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  <p:sldMasterId id="2147483673" r:id="rId3"/>
  </p:sldMasterIdLst>
  <p:notesMasterIdLst>
    <p:notesMasterId r:id="rId51"/>
  </p:notesMasterIdLst>
  <p:sldIdLst>
    <p:sldId id="256" r:id="rId4"/>
    <p:sldId id="257" r:id="rId5"/>
    <p:sldId id="258" r:id="rId6"/>
    <p:sldId id="259" r:id="rId7"/>
    <p:sldId id="260" r:id="rId8"/>
    <p:sldId id="324" r:id="rId9"/>
    <p:sldId id="325" r:id="rId10"/>
    <p:sldId id="326" r:id="rId11"/>
    <p:sldId id="327" r:id="rId12"/>
    <p:sldId id="392" r:id="rId13"/>
    <p:sldId id="323" r:id="rId14"/>
    <p:sldId id="329" r:id="rId15"/>
    <p:sldId id="391" r:id="rId16"/>
    <p:sldId id="331" r:id="rId17"/>
    <p:sldId id="322" r:id="rId18"/>
    <p:sldId id="333" r:id="rId19"/>
    <p:sldId id="335" r:id="rId20"/>
    <p:sldId id="336" r:id="rId21"/>
    <p:sldId id="332" r:id="rId22"/>
    <p:sldId id="328" r:id="rId23"/>
    <p:sldId id="261" r:id="rId24"/>
    <p:sldId id="262" r:id="rId25"/>
    <p:sldId id="263" r:id="rId26"/>
    <p:sldId id="393" r:id="rId27"/>
    <p:sldId id="395" r:id="rId28"/>
    <p:sldId id="269" r:id="rId29"/>
    <p:sldId id="362" r:id="rId30"/>
    <p:sldId id="363" r:id="rId31"/>
    <p:sldId id="364" r:id="rId32"/>
    <p:sldId id="396" r:id="rId33"/>
    <p:sldId id="397" r:id="rId34"/>
    <p:sldId id="398" r:id="rId35"/>
    <p:sldId id="399" r:id="rId36"/>
    <p:sldId id="401" r:id="rId37"/>
    <p:sldId id="402" r:id="rId38"/>
    <p:sldId id="400" r:id="rId39"/>
    <p:sldId id="403" r:id="rId40"/>
    <p:sldId id="404" r:id="rId41"/>
    <p:sldId id="405" r:id="rId42"/>
    <p:sldId id="376" r:id="rId43"/>
    <p:sldId id="377" r:id="rId44"/>
    <p:sldId id="379" r:id="rId45"/>
    <p:sldId id="381" r:id="rId46"/>
    <p:sldId id="378" r:id="rId47"/>
    <p:sldId id="380" r:id="rId48"/>
    <p:sldId id="406" r:id="rId49"/>
    <p:sldId id="407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80" autoAdjust="0"/>
    <p:restoredTop sz="94889" autoAdjust="0"/>
  </p:normalViewPr>
  <p:slideViewPr>
    <p:cSldViewPr snapToGrid="0" showGuides="1">
      <p:cViewPr varScale="1">
        <p:scale>
          <a:sx n="90" d="100"/>
          <a:sy n="90" d="100"/>
        </p:scale>
        <p:origin x="10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5099F-FD25-49ED-AE0F-3EFC84226C26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8815F-8162-4F02-B083-0D4020F84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19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536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06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443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445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311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16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080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123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454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48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815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2334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62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838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654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1480-EFD1-3C8E-8F77-07DCC18A3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AEB6C6-2190-6493-35BA-5AF0BDB69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D62A16-4DBC-F4E5-6E2D-A805B106A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ECCD53-252F-D896-64CB-62C53ABA5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906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E379-1A95-3409-7A7E-57B88F3F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2C56DA-48AA-09FC-4D29-894FA5CA4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EECF48-98C7-4B46-602C-F3C841E74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3EEA5E-A976-625B-06F0-81F20548D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2223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1388-AE94-4751-CD50-920F5DA9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1EF34E-2AFB-A3AE-6ADA-ACAE29373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B66386-3C1D-5487-C297-B9B7C56AE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C251E6-CDDE-6634-891D-DEBBBA996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560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24AD-82D1-D18E-7E30-00928858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C5FA65-E853-38CB-3A44-69FBF4F77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4ACA4C-8DEF-EB33-E45A-BC4FD6082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611A48-EB26-6638-7EB2-20E6FA6FA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186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E079-F631-0BCA-E21F-E688039D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D27E77-5E20-FED8-EB7E-03D3FC10C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C906F6-FA79-0C77-85AC-E92034C11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3211F7-31E8-C0C6-FFE4-A0E23F48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8455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1480-EFD1-3C8E-8F77-07DCC18A3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AEB6C6-2190-6493-35BA-5AF0BDB69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D62A16-4DBC-F4E5-6E2D-A805B106A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ECCD53-252F-D896-64CB-62C53ABA5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815F-8162-4F02-B083-0D4020F84EA0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346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4">
            <a:extLst>
              <a:ext uri="{FF2B5EF4-FFF2-40B4-BE49-F238E27FC236}">
                <a16:creationId xmlns:a16="http://schemas.microsoft.com/office/drawing/2014/main" id="{0471D472-5D9B-A2AE-2F2A-DAB7859F3FBD}"/>
              </a:ext>
            </a:extLst>
          </p:cNvPr>
          <p:cNvSpPr txBox="1">
            <a:spLocks/>
          </p:cNvSpPr>
          <p:nvPr userDrawn="1"/>
        </p:nvSpPr>
        <p:spPr>
          <a:xfrm>
            <a:off x="634069" y="2090060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하늘누리 추모공원 웹사이트 구축 프로젝트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B893D-B697-69CE-3C2D-6429D5AD3ECF}"/>
              </a:ext>
            </a:extLst>
          </p:cNvPr>
          <p:cNvSpPr txBox="1"/>
          <p:nvPr userDrawn="1"/>
        </p:nvSpPr>
        <p:spPr>
          <a:xfrm>
            <a:off x="634070" y="2931638"/>
            <a:ext cx="31049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Story Board</a:t>
            </a:r>
            <a:endParaRPr lang="ko-KR" altLang="en-US" sz="4000" b="1" dirty="0"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384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덱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4">
            <a:extLst>
              <a:ext uri="{FF2B5EF4-FFF2-40B4-BE49-F238E27FC236}">
                <a16:creationId xmlns:a16="http://schemas.microsoft.com/office/drawing/2014/main" id="{51D23519-EBEB-344E-0D66-46DE9658790C}"/>
              </a:ext>
            </a:extLst>
          </p:cNvPr>
          <p:cNvSpPr txBox="1">
            <a:spLocks/>
          </p:cNvSpPr>
          <p:nvPr userDrawn="1"/>
        </p:nvSpPr>
        <p:spPr>
          <a:xfrm>
            <a:off x="998540" y="644247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40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Index</a:t>
            </a:r>
            <a:endParaRPr lang="ko-KR" altLang="en-US" sz="40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EFBD9C-8C23-8564-1A19-C6D44FC67CA3}"/>
              </a:ext>
            </a:extLst>
          </p:cNvPr>
          <p:cNvSpPr/>
          <p:nvPr userDrawn="1"/>
        </p:nvSpPr>
        <p:spPr bwMode="auto">
          <a:xfrm>
            <a:off x="518972" y="689120"/>
            <a:ext cx="309703" cy="565146"/>
          </a:xfrm>
          <a:prstGeom prst="rect">
            <a:avLst/>
          </a:prstGeom>
          <a:solidFill>
            <a:srgbClr val="FFFFFF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028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웹사이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2F3872-E17B-8CD8-2FF9-B088D962CB30}"/>
              </a:ext>
            </a:extLst>
          </p:cNvPr>
          <p:cNvCxnSpPr/>
          <p:nvPr userDrawn="1"/>
        </p:nvCxnSpPr>
        <p:spPr>
          <a:xfrm>
            <a:off x="1047750" y="2371725"/>
            <a:ext cx="95419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33BBD8-36F3-8EDA-E34D-772A13532CCC}"/>
              </a:ext>
            </a:extLst>
          </p:cNvPr>
          <p:cNvSpPr/>
          <p:nvPr userDrawn="1"/>
        </p:nvSpPr>
        <p:spPr bwMode="auto">
          <a:xfrm>
            <a:off x="518972" y="1546871"/>
            <a:ext cx="309703" cy="136441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5" name="제목 4">
            <a:extLst>
              <a:ext uri="{FF2B5EF4-FFF2-40B4-BE49-F238E27FC236}">
                <a16:creationId xmlns:a16="http://schemas.microsoft.com/office/drawing/2014/main" id="{3260E325-0D5E-069E-0F11-EAEC4F285BB9}"/>
              </a:ext>
            </a:extLst>
          </p:cNvPr>
          <p:cNvSpPr txBox="1">
            <a:spLocks/>
          </p:cNvSpPr>
          <p:nvPr userDrawn="1"/>
        </p:nvSpPr>
        <p:spPr>
          <a:xfrm>
            <a:off x="998540" y="1663839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웹사이트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(PC </a:t>
            </a:r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버전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40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046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사이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9C65FD-3A4B-AC58-4D33-E0804982C61F}"/>
              </a:ext>
            </a:extLst>
          </p:cNvPr>
          <p:cNvCxnSpPr/>
          <p:nvPr userDrawn="1"/>
        </p:nvCxnSpPr>
        <p:spPr>
          <a:xfrm>
            <a:off x="1047750" y="2371725"/>
            <a:ext cx="95419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245A76-0975-591A-5F87-68E5344F6B80}"/>
              </a:ext>
            </a:extLst>
          </p:cNvPr>
          <p:cNvSpPr/>
          <p:nvPr userDrawn="1"/>
        </p:nvSpPr>
        <p:spPr bwMode="auto">
          <a:xfrm>
            <a:off x="518972" y="1546871"/>
            <a:ext cx="309703" cy="136441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제목 4">
            <a:extLst>
              <a:ext uri="{FF2B5EF4-FFF2-40B4-BE49-F238E27FC236}">
                <a16:creationId xmlns:a16="http://schemas.microsoft.com/office/drawing/2014/main" id="{DF0B7138-4A35-3ED3-9930-F9D1FD732D8C}"/>
              </a:ext>
            </a:extLst>
          </p:cNvPr>
          <p:cNvSpPr txBox="1">
            <a:spLocks/>
          </p:cNvSpPr>
          <p:nvPr userDrawn="1"/>
        </p:nvSpPr>
        <p:spPr>
          <a:xfrm>
            <a:off x="998540" y="1663839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모바일사이트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(Mobile </a:t>
            </a:r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버전</a:t>
            </a:r>
            <a:r>
              <a:rPr lang="en-US" altLang="ko-KR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40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579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관리자사이트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1F210F2-5AE7-62C6-96B0-7B76DD077DAC}"/>
              </a:ext>
            </a:extLst>
          </p:cNvPr>
          <p:cNvCxnSpPr/>
          <p:nvPr userDrawn="1"/>
        </p:nvCxnSpPr>
        <p:spPr>
          <a:xfrm>
            <a:off x="1047750" y="2371725"/>
            <a:ext cx="95419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1D65DF-C237-43EE-524F-63043DD9D0CF}"/>
              </a:ext>
            </a:extLst>
          </p:cNvPr>
          <p:cNvSpPr/>
          <p:nvPr userDrawn="1"/>
        </p:nvSpPr>
        <p:spPr bwMode="auto">
          <a:xfrm>
            <a:off x="518972" y="1546871"/>
            <a:ext cx="309703" cy="136441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" name="제목 4">
            <a:extLst>
              <a:ext uri="{FF2B5EF4-FFF2-40B4-BE49-F238E27FC236}">
                <a16:creationId xmlns:a16="http://schemas.microsoft.com/office/drawing/2014/main" id="{9E9391F9-3F71-5F28-E5F3-B615EEE293C9}"/>
              </a:ext>
            </a:extLst>
          </p:cNvPr>
          <p:cNvSpPr txBox="1">
            <a:spLocks/>
          </p:cNvSpPr>
          <p:nvPr userDrawn="1"/>
        </p:nvSpPr>
        <p:spPr>
          <a:xfrm>
            <a:off x="998540" y="1663839"/>
            <a:ext cx="959113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관리자사이트</a:t>
            </a:r>
          </a:p>
        </p:txBody>
      </p:sp>
    </p:spTree>
    <p:extLst>
      <p:ext uri="{BB962C8B-B14F-4D97-AF65-F5344CB8AC3E}">
        <p14:creationId xmlns:p14="http://schemas.microsoft.com/office/powerpoint/2010/main" val="271072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05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6854D3-7145-7871-0F26-5BAF1E871060}"/>
              </a:ext>
            </a:extLst>
          </p:cNvPr>
          <p:cNvSpPr txBox="1"/>
          <p:nvPr userDrawn="1"/>
        </p:nvSpPr>
        <p:spPr>
          <a:xfrm>
            <a:off x="5144457" y="2721114"/>
            <a:ext cx="1903086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400" b="1" dirty="0">
                <a:latin typeface="나눔고딕" pitchFamily="2" charset="-127"/>
                <a:ea typeface="나눔고딕" pitchFamily="2" charset="-127"/>
              </a:rPr>
              <a:t>END</a:t>
            </a:r>
            <a:br>
              <a:rPr lang="en-US" altLang="ko-KR" sz="6600" b="1" dirty="0">
                <a:latin typeface="나눔고딕" pitchFamily="2" charset="-127"/>
                <a:ea typeface="나눔고딕" pitchFamily="2" charset="-127"/>
              </a:rPr>
            </a:br>
            <a:r>
              <a:rPr lang="en-US" altLang="ko-KR" sz="2000" b="0" dirty="0">
                <a:latin typeface="나눔고딕" pitchFamily="2" charset="-127"/>
                <a:ea typeface="나눔고딕" pitchFamily="2" charset="-127"/>
              </a:rPr>
              <a:t>of</a:t>
            </a:r>
            <a:r>
              <a:rPr lang="en-US" altLang="ko-KR" sz="2000" b="0" baseline="0" dirty="0">
                <a:latin typeface="나눔고딕" pitchFamily="2" charset="-127"/>
                <a:ea typeface="나눔고딕" pitchFamily="2" charset="-127"/>
              </a:rPr>
              <a:t> Document</a:t>
            </a:r>
            <a:endParaRPr lang="ko-KR" altLang="en-US" sz="2000" b="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29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10C05-419D-3D80-699C-782C9B12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35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10C05-419D-3D80-699C-782C9B12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12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2page 연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B81DB1-627C-8DF4-A752-07264C0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BC2504-557F-BB9B-A521-DD28B7211094}"/>
              </a:ext>
            </a:extLst>
          </p:cNvPr>
          <p:cNvSpPr/>
          <p:nvPr userDrawn="1"/>
        </p:nvSpPr>
        <p:spPr bwMode="auto">
          <a:xfrm>
            <a:off x="5198852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F4F716-9F78-845B-D732-BA6BFFE43648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15AAE9C6-FA4F-56A1-6326-F6485FCE9370}"/>
              </a:ext>
            </a:extLst>
          </p:cNvPr>
          <p:cNvCxnSpPr>
            <a:cxnSpLocks/>
            <a:stCxn id="8" idx="2"/>
            <a:endCxn id="7" idx="0"/>
          </p:cNvCxnSpPr>
          <p:nvPr userDrawn="1"/>
        </p:nvCxnSpPr>
        <p:spPr bwMode="auto">
          <a:xfrm rot="5400000" flipH="1" flipV="1">
            <a:off x="1978714" y="1388269"/>
            <a:ext cx="5060950" cy="4513262"/>
          </a:xfrm>
          <a:prstGeom prst="bentConnector5">
            <a:avLst>
              <a:gd name="adj1" fmla="val -4517"/>
              <a:gd name="adj2" fmla="val 50000"/>
              <a:gd name="adj3" fmla="val 104517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3124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2page(다음화면 연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A0CD1738-C107-87E0-BE6E-34D7CAE04BC0}"/>
              </a:ext>
            </a:extLst>
          </p:cNvPr>
          <p:cNvCxnSpPr>
            <a:cxnSpLocks/>
            <a:stCxn id="16" idx="2"/>
          </p:cNvCxnSpPr>
          <p:nvPr userDrawn="1"/>
        </p:nvCxnSpPr>
        <p:spPr bwMode="auto">
          <a:xfrm rot="16200000" flipH="1">
            <a:off x="7829497" y="5111698"/>
            <a:ext cx="225424" cy="2352778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30A49C-4CF0-40D4-6E52-4C4FD2A05FF6}"/>
              </a:ext>
            </a:extLst>
          </p:cNvPr>
          <p:cNvSpPr/>
          <p:nvPr userDrawn="1"/>
        </p:nvSpPr>
        <p:spPr bwMode="auto">
          <a:xfrm>
            <a:off x="5198852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CB1B13-69CA-9BB4-7710-623BC84D87B6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180EB108-DF64-105F-3DBC-B4142773928B}"/>
              </a:ext>
            </a:extLst>
          </p:cNvPr>
          <p:cNvCxnSpPr>
            <a:cxnSpLocks/>
            <a:stCxn id="17" idx="2"/>
            <a:endCxn id="16" idx="0"/>
          </p:cNvCxnSpPr>
          <p:nvPr userDrawn="1"/>
        </p:nvCxnSpPr>
        <p:spPr bwMode="auto">
          <a:xfrm rot="5400000" flipH="1" flipV="1">
            <a:off x="1978714" y="1388269"/>
            <a:ext cx="5060950" cy="4513262"/>
          </a:xfrm>
          <a:prstGeom prst="bentConnector5">
            <a:avLst>
              <a:gd name="adj1" fmla="val -4517"/>
              <a:gd name="adj2" fmla="val 50000"/>
              <a:gd name="adj3" fmla="val 104517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88300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2page(이전화면 연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180EB108-DF64-105F-3DBC-B4142773928B}"/>
              </a:ext>
            </a:extLst>
          </p:cNvPr>
          <p:cNvCxnSpPr>
            <a:cxnSpLocks/>
            <a:stCxn id="11" idx="2"/>
            <a:endCxn id="5" idx="0"/>
          </p:cNvCxnSpPr>
          <p:nvPr userDrawn="1"/>
        </p:nvCxnSpPr>
        <p:spPr bwMode="auto">
          <a:xfrm rot="5400000" flipH="1" flipV="1">
            <a:off x="1978714" y="1388269"/>
            <a:ext cx="5060950" cy="4513262"/>
          </a:xfrm>
          <a:prstGeom prst="bentConnector5">
            <a:avLst>
              <a:gd name="adj1" fmla="val -4517"/>
              <a:gd name="adj2" fmla="val 50000"/>
              <a:gd name="adj3" fmla="val 104517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73E482D5-E8B2-0B4A-BF77-8BDCC751C684}"/>
              </a:ext>
            </a:extLst>
          </p:cNvPr>
          <p:cNvCxnSpPr>
            <a:cxnSpLocks/>
            <a:endCxn id="11" idx="0"/>
          </p:cNvCxnSpPr>
          <p:nvPr userDrawn="1"/>
        </p:nvCxnSpPr>
        <p:spPr bwMode="auto">
          <a:xfrm rot="5400000" flipH="1" flipV="1">
            <a:off x="-1345459" y="2929786"/>
            <a:ext cx="5413378" cy="1782656"/>
          </a:xfrm>
          <a:prstGeom prst="bentConnector3">
            <a:avLst>
              <a:gd name="adj1" fmla="val 104223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1DAFA2-2699-FBBB-7B0F-87E00D30EB49}"/>
              </a:ext>
            </a:extLst>
          </p:cNvPr>
          <p:cNvSpPr/>
          <p:nvPr userDrawn="1"/>
        </p:nvSpPr>
        <p:spPr bwMode="auto">
          <a:xfrm>
            <a:off x="5198852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B2DAA8-7B5C-E6D7-580C-5B5F7AAB3598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025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1page(이전화면 연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73E482D5-E8B2-0B4A-BF77-8BDCC751C684}"/>
              </a:ext>
            </a:extLst>
          </p:cNvPr>
          <p:cNvCxnSpPr>
            <a:cxnSpLocks/>
            <a:endCxn id="4" idx="0"/>
          </p:cNvCxnSpPr>
          <p:nvPr userDrawn="1"/>
        </p:nvCxnSpPr>
        <p:spPr bwMode="auto">
          <a:xfrm rot="5400000" flipH="1" flipV="1">
            <a:off x="-1345459" y="2929786"/>
            <a:ext cx="5413378" cy="1782656"/>
          </a:xfrm>
          <a:prstGeom prst="bentConnector3">
            <a:avLst>
              <a:gd name="adj1" fmla="val 104223"/>
            </a:avLst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D3704F-A349-33A0-5C1C-85F6BF061ECA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1115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1page(단독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B34AF6-6413-29D9-D03A-9AB530935BFE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1417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2page(단독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B22A6-45E6-A51E-9079-1DD14C3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208B7-EBBC-4D57-8B9D-3E1C35A5D1D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F89FB2-C19D-8EFE-0F38-252EC62187E6}"/>
              </a:ext>
            </a:extLst>
          </p:cNvPr>
          <p:cNvSpPr/>
          <p:nvPr userDrawn="1"/>
        </p:nvSpPr>
        <p:spPr bwMode="auto">
          <a:xfrm>
            <a:off x="5198852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BC4278-BCAF-8446-B9EF-5CCC8483257F}"/>
              </a:ext>
            </a:extLst>
          </p:cNvPr>
          <p:cNvSpPr/>
          <p:nvPr userDrawn="1"/>
        </p:nvSpPr>
        <p:spPr bwMode="auto">
          <a:xfrm>
            <a:off x="685590" y="1114425"/>
            <a:ext cx="3133935" cy="50609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 eaLnBrk="1" latinLnBrk="1" hangingPunct="1">
              <a:spcBef>
                <a:spcPct val="50000"/>
              </a:spcBef>
              <a:defRPr/>
            </a:pPr>
            <a:endParaRPr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9314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연합관리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 bwMode="auto">
          <a:xfrm>
            <a:off x="160303" y="1076325"/>
            <a:ext cx="8964647" cy="0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모서리가 둥근 직사각형 7"/>
          <p:cNvSpPr/>
          <p:nvPr userDrawn="1"/>
        </p:nvSpPr>
        <p:spPr bwMode="auto">
          <a:xfrm>
            <a:off x="8454651" y="803806"/>
            <a:ext cx="569321" cy="18283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833482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7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LOGOUT</a:t>
            </a:r>
            <a:endParaRPr kumimoji="1" lang="ko-KR" altLang="en-US" sz="7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942606" y="792887"/>
            <a:ext cx="15215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Admin</a:t>
            </a:r>
            <a:r>
              <a:rPr lang="ko-KR" altLang="en-US" sz="800" dirty="0">
                <a:latin typeface="나눔고딕" pitchFamily="50" charset="-127"/>
                <a:ea typeface="나눔고딕" pitchFamily="50" charset="-127"/>
              </a:rPr>
              <a:t>님이 로그인 하셨습니다</a:t>
            </a:r>
          </a:p>
        </p:txBody>
      </p:sp>
      <p:cxnSp>
        <p:nvCxnSpPr>
          <p:cNvPr id="12" name="직선 연결선 11"/>
          <p:cNvCxnSpPr/>
          <p:nvPr userDrawn="1"/>
        </p:nvCxnSpPr>
        <p:spPr bwMode="auto">
          <a:xfrm>
            <a:off x="1592334" y="1076329"/>
            <a:ext cx="0" cy="5514975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E0E0BBC-8249-4581-80BD-4BF6681F7F5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94071383"/>
              </p:ext>
            </p:extLst>
          </p:nvPr>
        </p:nvGraphicFramePr>
        <p:xfrm>
          <a:off x="172997" y="1087545"/>
          <a:ext cx="1419329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관리자관리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관리자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회원관리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회원관리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사이버추모관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고인관리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하늘편지 관리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8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고객센터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47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공지사항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68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1:1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상담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646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자료실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944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팝업관리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팝업관리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77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 신청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23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 신청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9AA43927-D392-1C8F-F0C8-1C4C96AAC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481" y="6658209"/>
            <a:ext cx="398755" cy="152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208B7-EBBC-4D57-8B9D-3E1C35A5D1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160303" y="742180"/>
            <a:ext cx="2010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b="1" dirty="0"/>
              <a:t>하늘누리 추모공원 </a:t>
            </a:r>
            <a:r>
              <a:rPr lang="en-US" altLang="ko-KR" sz="1400" b="1" dirty="0"/>
              <a:t>CI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3247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13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72" r:id="rId6"/>
    <p:sldLayoutId id="2147483655" r:id="rId7"/>
    <p:sldLayoutId id="2147483676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43927-D392-1C8F-F0C8-1C4C96AAC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481" y="6658209"/>
            <a:ext cx="398755" cy="152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208B7-EBBC-4D57-8B9D-3E1C35A5D1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E1E7D3E1-328A-A58B-DE26-4D3E64E611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155" y="708025"/>
            <a:ext cx="8964212" cy="5888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41"/>
          </a:p>
        </p:txBody>
      </p:sp>
      <p:graphicFrame>
        <p:nvGraphicFramePr>
          <p:cNvPr id="8" name="Group 106">
            <a:extLst>
              <a:ext uri="{FF2B5EF4-FFF2-40B4-BE49-F238E27FC236}">
                <a16:creationId xmlns:a16="http://schemas.microsoft.com/office/drawing/2014/main" id="{B11AD511-F8E7-B946-6920-4673E1D778D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5185303"/>
              </p:ext>
            </p:extLst>
          </p:nvPr>
        </p:nvGraphicFramePr>
        <p:xfrm>
          <a:off x="9179511" y="708030"/>
          <a:ext cx="2800797" cy="5888033"/>
        </p:xfrm>
        <a:graphic>
          <a:graphicData uri="http://schemas.openxmlformats.org/drawingml/2006/table">
            <a:tbl>
              <a:tblPr/>
              <a:tblGrid>
                <a:gridCol w="280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Description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on</a:t>
                      </a:r>
                    </a:p>
                  </a:txBody>
                  <a:tcPr marL="100962" marR="100962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00962" marR="100962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Line 120">
            <a:extLst>
              <a:ext uri="{FF2B5EF4-FFF2-40B4-BE49-F238E27FC236}">
                <a16:creationId xmlns:a16="http://schemas.microsoft.com/office/drawing/2014/main" id="{66B3644F-326F-92BC-088A-D38F3F4DA91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4251" y="645879"/>
            <a:ext cx="11830985" cy="31983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lIns="82031" tIns="42656" rIns="82031" bIns="42656" anchor="ctr"/>
          <a:lstStyle/>
          <a:p>
            <a:pPr>
              <a:defRPr/>
            </a:pPr>
            <a:endParaRPr lang="ko-KR" altLang="en-US" sz="1641">
              <a:ln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6" name="Group 88">
            <a:extLst>
              <a:ext uri="{FF2B5EF4-FFF2-40B4-BE49-F238E27FC236}">
                <a16:creationId xmlns:a16="http://schemas.microsoft.com/office/drawing/2014/main" id="{F584194E-F086-2412-A12B-51870EDB341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82120874"/>
              </p:ext>
            </p:extLst>
          </p:nvPr>
        </p:nvGraphicFramePr>
        <p:xfrm>
          <a:off x="153153" y="108183"/>
          <a:ext cx="8964214" cy="500699"/>
        </p:xfrm>
        <a:graphic>
          <a:graphicData uri="http://schemas.openxmlformats.org/drawingml/2006/table">
            <a:tbl>
              <a:tblPr/>
              <a:tblGrid>
                <a:gridCol w="844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481126058"/>
                    </a:ext>
                  </a:extLst>
                </a:gridCol>
                <a:gridCol w="792517">
                  <a:extLst>
                    <a:ext uri="{9D8B030D-6E8A-4147-A177-3AD203B41FA5}">
                      <a16:colId xmlns:a16="http://schemas.microsoft.com/office/drawing/2014/main" val="4053179848"/>
                    </a:ext>
                  </a:extLst>
                </a:gridCol>
              </a:tblGrid>
              <a:tr h="264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Project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하늘누리 웹사이트 구축 프로젝트</a:t>
                      </a: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Date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2026.02.01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Directory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Reported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이황열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Version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 0.96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573FCB4-1C0F-DA40-65F3-0BB753518E72}"/>
              </a:ext>
            </a:extLst>
          </p:cNvPr>
          <p:cNvSpPr txBox="1"/>
          <p:nvPr userDrawn="1"/>
        </p:nvSpPr>
        <p:spPr>
          <a:xfrm>
            <a:off x="9469433" y="198869"/>
            <a:ext cx="2306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itchFamily="2" charset="-127"/>
                <a:ea typeface="나눔고딕" pitchFamily="2" charset="-127"/>
              </a:rPr>
              <a:t>하늘누리 추모공원</a:t>
            </a:r>
          </a:p>
        </p:txBody>
      </p:sp>
    </p:spTree>
    <p:extLst>
      <p:ext uri="{BB962C8B-B14F-4D97-AF65-F5344CB8AC3E}">
        <p14:creationId xmlns:p14="http://schemas.microsoft.com/office/powerpoint/2010/main" val="297748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AA43927-D392-1C8F-F0C8-1C4C96AAC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481" y="6658209"/>
            <a:ext cx="398755" cy="152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208B7-EBBC-4D57-8B9D-3E1C35A5D1D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Rectangle 105">
            <a:extLst>
              <a:ext uri="{FF2B5EF4-FFF2-40B4-BE49-F238E27FC236}">
                <a16:creationId xmlns:a16="http://schemas.microsoft.com/office/drawing/2014/main" id="{E1E7D3E1-328A-A58B-DE26-4D3E64E611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155" y="708025"/>
            <a:ext cx="8964212" cy="5888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41"/>
          </a:p>
        </p:txBody>
      </p:sp>
      <p:graphicFrame>
        <p:nvGraphicFramePr>
          <p:cNvPr id="9" name="Group 106">
            <a:extLst>
              <a:ext uri="{FF2B5EF4-FFF2-40B4-BE49-F238E27FC236}">
                <a16:creationId xmlns:a16="http://schemas.microsoft.com/office/drawing/2014/main" id="{B11AD511-F8E7-B946-6920-4673E1D778D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24278487"/>
              </p:ext>
            </p:extLst>
          </p:nvPr>
        </p:nvGraphicFramePr>
        <p:xfrm>
          <a:off x="9179511" y="708030"/>
          <a:ext cx="2800797" cy="5888033"/>
        </p:xfrm>
        <a:graphic>
          <a:graphicData uri="http://schemas.openxmlformats.org/drawingml/2006/table">
            <a:tbl>
              <a:tblPr/>
              <a:tblGrid>
                <a:gridCol w="280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Description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on</a:t>
                      </a:r>
                    </a:p>
                  </a:txBody>
                  <a:tcPr marL="100962" marR="100962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00962" marR="100962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Line 120">
            <a:extLst>
              <a:ext uri="{FF2B5EF4-FFF2-40B4-BE49-F238E27FC236}">
                <a16:creationId xmlns:a16="http://schemas.microsoft.com/office/drawing/2014/main" id="{66B3644F-326F-92BC-088A-D38F3F4DA91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4251" y="645879"/>
            <a:ext cx="11830985" cy="31983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lIns="82031" tIns="42656" rIns="82031" bIns="42656" anchor="ctr"/>
          <a:lstStyle/>
          <a:p>
            <a:pPr>
              <a:defRPr/>
            </a:pPr>
            <a:endParaRPr lang="ko-KR" altLang="en-US" sz="1641">
              <a:ln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1" name="Group 88">
            <a:extLst>
              <a:ext uri="{FF2B5EF4-FFF2-40B4-BE49-F238E27FC236}">
                <a16:creationId xmlns:a16="http://schemas.microsoft.com/office/drawing/2014/main" id="{F584194E-F086-2412-A12B-51870EDB341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7692314"/>
              </p:ext>
            </p:extLst>
          </p:nvPr>
        </p:nvGraphicFramePr>
        <p:xfrm>
          <a:off x="153153" y="108183"/>
          <a:ext cx="8964214" cy="500699"/>
        </p:xfrm>
        <a:graphic>
          <a:graphicData uri="http://schemas.openxmlformats.org/drawingml/2006/table">
            <a:tbl>
              <a:tblPr/>
              <a:tblGrid>
                <a:gridCol w="844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481126058"/>
                    </a:ext>
                  </a:extLst>
                </a:gridCol>
                <a:gridCol w="792517">
                  <a:extLst>
                    <a:ext uri="{9D8B030D-6E8A-4147-A177-3AD203B41FA5}">
                      <a16:colId xmlns:a16="http://schemas.microsoft.com/office/drawing/2014/main" val="4053179848"/>
                    </a:ext>
                  </a:extLst>
                </a:gridCol>
              </a:tblGrid>
              <a:tr h="264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Project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하늘누리 웹사이트 구축 프로젝트</a:t>
                      </a: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ID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Date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2026.02.01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Directory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Reported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이황열</a:t>
                      </a: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Version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 0.98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1289" marR="5128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573FCB4-1C0F-DA40-65F3-0BB753518E72}"/>
              </a:ext>
            </a:extLst>
          </p:cNvPr>
          <p:cNvSpPr txBox="1"/>
          <p:nvPr userDrawn="1"/>
        </p:nvSpPr>
        <p:spPr>
          <a:xfrm>
            <a:off x="9469433" y="198869"/>
            <a:ext cx="2306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고딕" pitchFamily="2" charset="-127"/>
                <a:ea typeface="나눔고딕" pitchFamily="2" charset="-127"/>
              </a:rPr>
              <a:t>하늘누리 추모공원</a:t>
            </a:r>
          </a:p>
        </p:txBody>
      </p:sp>
    </p:spTree>
    <p:extLst>
      <p:ext uri="{BB962C8B-B14F-4D97-AF65-F5344CB8AC3E}">
        <p14:creationId xmlns:p14="http://schemas.microsoft.com/office/powerpoint/2010/main" val="88779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267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694A5-A72B-9D72-262D-0953EAD1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04">
            <a:extLst>
              <a:ext uri="{FF2B5EF4-FFF2-40B4-BE49-F238E27FC236}">
                <a16:creationId xmlns:a16="http://schemas.microsoft.com/office/drawing/2014/main" id="{472E65C1-B2A7-F06D-881C-EA76C00E6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108535"/>
              </p:ext>
            </p:extLst>
          </p:nvPr>
        </p:nvGraphicFramePr>
        <p:xfrm>
          <a:off x="323850" y="1149731"/>
          <a:ext cx="11563349" cy="2367190"/>
        </p:xfrm>
        <a:graphic>
          <a:graphicData uri="http://schemas.openxmlformats.org/drawingml/2006/table">
            <a:tbl>
              <a:tblPr/>
              <a:tblGrid>
                <a:gridCol w="1173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4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8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3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Date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Version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ID / Page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Description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Person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confirm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2026.01.20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0.95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최초작성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이황열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2026.02.01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0.96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하늘 편지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ID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컬럼 추가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이황열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 Box 244">
            <a:extLst>
              <a:ext uri="{FF2B5EF4-FFF2-40B4-BE49-F238E27FC236}">
                <a16:creationId xmlns:a16="http://schemas.microsoft.com/office/drawing/2014/main" id="{A36C5383-A024-AEFB-0278-FE24F0822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06" y="900007"/>
            <a:ext cx="1047082" cy="246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003" b="1" dirty="0">
                <a:latin typeface="나눔고딕" pitchFamily="50" charset="-127"/>
                <a:ea typeface="나눔고딕" pitchFamily="50" charset="-127"/>
              </a:rPr>
              <a:t>Modify History</a:t>
            </a:r>
          </a:p>
        </p:txBody>
      </p:sp>
      <p:sp>
        <p:nvSpPr>
          <p:cNvPr id="4" name="Text Box 293">
            <a:extLst>
              <a:ext uri="{FF2B5EF4-FFF2-40B4-BE49-F238E27FC236}">
                <a16:creationId xmlns:a16="http://schemas.microsoft.com/office/drawing/2014/main" id="{7EF9BEA5-3800-7C80-48DD-DA63E06E5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06" y="497500"/>
            <a:ext cx="1939955" cy="34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641" b="1" dirty="0">
                <a:latin typeface="나눔고딕" pitchFamily="50" charset="-127"/>
                <a:ea typeface="나눔고딕" pitchFamily="50" charset="-127"/>
              </a:rPr>
              <a:t>Document History</a:t>
            </a:r>
          </a:p>
        </p:txBody>
      </p:sp>
    </p:spTree>
    <p:extLst>
      <p:ext uri="{BB962C8B-B14F-4D97-AF65-F5344CB8AC3E}">
        <p14:creationId xmlns:p14="http://schemas.microsoft.com/office/powerpoint/2010/main" val="128450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BBED-A449-3B37-AF77-32A55770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93">
            <a:extLst>
              <a:ext uri="{FF2B5EF4-FFF2-40B4-BE49-F238E27FC236}">
                <a16:creationId xmlns:a16="http://schemas.microsoft.com/office/drawing/2014/main" id="{5CFAC8F2-A42A-E0CF-10BF-45F930EAD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99" y="497500"/>
            <a:ext cx="1426994" cy="34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dist">
              <a:spcBef>
                <a:spcPct val="0"/>
              </a:spcBef>
            </a:pPr>
            <a:r>
              <a:rPr lang="ko-KR" altLang="en-US" sz="1641" b="1" dirty="0">
                <a:latin typeface="나눔고딕" pitchFamily="50" charset="-127"/>
                <a:ea typeface="나눔고딕" pitchFamily="50" charset="-127"/>
              </a:rPr>
              <a:t>화면설계 정의</a:t>
            </a:r>
          </a:p>
        </p:txBody>
      </p:sp>
      <p:graphicFrame>
        <p:nvGraphicFramePr>
          <p:cNvPr id="6" name="Group 86">
            <a:extLst>
              <a:ext uri="{FF2B5EF4-FFF2-40B4-BE49-F238E27FC236}">
                <a16:creationId xmlns:a16="http://schemas.microsoft.com/office/drawing/2014/main" id="{D3B501CF-8500-C336-ED9E-B5B9C61A3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170725"/>
              </p:ext>
            </p:extLst>
          </p:nvPr>
        </p:nvGraphicFramePr>
        <p:xfrm>
          <a:off x="342899" y="1195190"/>
          <a:ext cx="11582402" cy="4305300"/>
        </p:xfrm>
        <a:graphic>
          <a:graphicData uri="http://schemas.openxmlformats.org/drawingml/2006/table">
            <a:tbl>
              <a:tblPr/>
              <a:tblGrid>
                <a:gridCol w="197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2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6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정의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표시 방법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설명 및 실행 예</a:t>
                      </a:r>
                    </a:p>
                  </a:txBody>
                  <a:tcPr marL="83330" marR="83330" marT="41672" marB="41672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화면 기능 설명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우측의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Description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영역의 해당 번호에 설명이 있음을 의미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sym typeface="Wingdings" pitchFamily="2" charset="2"/>
                        </a:rPr>
                        <a:t>  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스토리보드 필수준수사항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★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★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표시된 부분은 디자인할 때 형태를 반드시 유지함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텍스트 링크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Text Link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내려받기</a:t>
                      </a:r>
                      <a:endParaRPr kumimoji="1" lang="ko-KR" altLang="en-US" sz="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텍스트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나눔고딕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기본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8/9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포인트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브이아이자산운용 웹사이트 리뉴얼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금액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우측 정열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단위 구분 콤마 표시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원 표시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단위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100,000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원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경로표시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각 화면 우측 상단 위치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좌측메뉴와 동일하게 표기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Main &gt;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회사소개 </a:t>
                      </a:r>
                      <a:r>
                        <a:rPr lang="en-US" altLang="ko-KR" sz="800" baseline="0" dirty="0">
                          <a:latin typeface="나눔고딕" pitchFamily="50" charset="-127"/>
                          <a:ea typeface="나눔고딕" pitchFamily="50" charset="-127"/>
                        </a:rPr>
                        <a:t>&gt; </a:t>
                      </a:r>
                      <a:r>
                        <a:rPr lang="ko-KR" altLang="en-US" sz="800" baseline="0" dirty="0">
                          <a:latin typeface="나눔고딕" pitchFamily="50" charset="-127"/>
                          <a:ea typeface="나눔고딕" pitchFamily="50" charset="-127"/>
                        </a:rPr>
                        <a:t>인사말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7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년월일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기간표시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시간 표기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년월일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사이는 콤마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(.)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로 구분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YYYY.MM.DD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HH:MM:SS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2020.12.15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2021.01.01~2021.12.31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24:00:00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일반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컨텐츠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테이블 텍스트 정열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타이틀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중앙정렬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내용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좌측정렬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금액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우측정렬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날짜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중앙정렬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다음 페이지에 계속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설계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PPT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한 페이지에 컨텐츠 전체를 작성하기 어려울 경우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다음 페이지에 이어서 계속된다는 의미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이전 페이지에 이어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이전 페이지에 이어 컨텐츠가 연결된다는 의미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게시판 모듈 사용시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A Type Board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해당 페이지에 사용될 게시판 모듈의 타입 정의 </a:t>
                      </a:r>
                      <a:b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ex) A Type Board, K Type Board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본문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TEXT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강조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강조색상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중요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강조색상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보통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※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내용상 강조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강조색상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본문에 쓰이는 강조색상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내용상 강조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본문에 삽입되어 있는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※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내용상에 강조해야 될 부분</a:t>
                      </a:r>
                    </a:p>
                  </a:txBody>
                  <a:tcPr marL="82018" marR="82018" marT="42656" marB="42656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Group 69">
            <a:extLst>
              <a:ext uri="{FF2B5EF4-FFF2-40B4-BE49-F238E27FC236}">
                <a16:creationId xmlns:a16="http://schemas.microsoft.com/office/drawing/2014/main" id="{92BD1311-3B22-94AD-C10A-4DB09AEB3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527491"/>
              </p:ext>
            </p:extLst>
          </p:nvPr>
        </p:nvGraphicFramePr>
        <p:xfrm>
          <a:off x="7205260" y="3474104"/>
          <a:ext cx="4246965" cy="416718"/>
        </p:xfrm>
        <a:graphic>
          <a:graphicData uri="http://schemas.openxmlformats.org/drawingml/2006/table">
            <a:tbl>
              <a:tblPr/>
              <a:tblGrid>
                <a:gridCol w="1061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지수명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종가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지수명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날짜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3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전일가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43,900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매도호가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원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2020.01.03</a:t>
                      </a:r>
                    </a:p>
                  </a:txBody>
                  <a:tcPr marL="83330" marR="83330" marT="41672" marB="4167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AutoShape 161">
            <a:extLst>
              <a:ext uri="{FF2B5EF4-FFF2-40B4-BE49-F238E27FC236}">
                <a16:creationId xmlns:a16="http://schemas.microsoft.com/office/drawing/2014/main" id="{57067A25-B4B8-9EFA-A76C-8CBE742E7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106" y="4215168"/>
            <a:ext cx="1115413" cy="328455"/>
          </a:xfrm>
          <a:prstGeom prst="downArrowCallout">
            <a:avLst>
              <a:gd name="adj1" fmla="val 84912"/>
              <a:gd name="adj2" fmla="val 84912"/>
              <a:gd name="adj3" fmla="val 16667"/>
              <a:gd name="adj4" fmla="val 66667"/>
            </a:avLst>
          </a:prstGeom>
          <a:solidFill>
            <a:srgbClr val="92D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82031" tIns="42656" rIns="82031" bIns="42656" anchor="ctr"/>
          <a:lstStyle/>
          <a:p>
            <a:pPr algn="ctr">
              <a:spcBef>
                <a:spcPct val="0"/>
              </a:spcBef>
            </a:pPr>
            <a:r>
              <a:rPr lang="ko-KR" altLang="en-US" sz="800" b="1">
                <a:latin typeface="나눔고딕" pitchFamily="50" charset="-127"/>
                <a:ea typeface="나눔고딕" pitchFamily="50" charset="-127"/>
              </a:rPr>
              <a:t>계속</a:t>
            </a:r>
          </a:p>
        </p:txBody>
      </p:sp>
      <p:sp>
        <p:nvSpPr>
          <p:cNvPr id="9" name="AutoShape 90">
            <a:extLst>
              <a:ext uri="{FF2B5EF4-FFF2-40B4-BE49-F238E27FC236}">
                <a16:creationId xmlns:a16="http://schemas.microsoft.com/office/drawing/2014/main" id="{8411A59A-413F-C429-CB0A-BE46A60A5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68" y="4105202"/>
            <a:ext cx="1116859" cy="328455"/>
          </a:xfrm>
          <a:prstGeom prst="upArrowCallout">
            <a:avLst>
              <a:gd name="adj1" fmla="val 85022"/>
              <a:gd name="adj2" fmla="val 85022"/>
              <a:gd name="adj3" fmla="val 16667"/>
              <a:gd name="adj4" fmla="val 66667"/>
            </a:avLst>
          </a:prstGeom>
          <a:solidFill>
            <a:srgbClr val="92D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82031" tIns="42656" rIns="82031" bIns="42656" anchor="ctr"/>
          <a:lstStyle/>
          <a:p>
            <a:pPr algn="ctr">
              <a:spcBef>
                <a:spcPct val="0"/>
              </a:spcBef>
            </a:pPr>
            <a:r>
              <a:rPr lang="ko-KR" altLang="en-US" sz="800" b="1" dirty="0">
                <a:latin typeface="나눔고딕" pitchFamily="50" charset="-127"/>
                <a:ea typeface="나눔고딕" pitchFamily="50" charset="-127"/>
              </a:rPr>
              <a:t>이전페이지 이어서</a:t>
            </a:r>
          </a:p>
        </p:txBody>
      </p:sp>
      <p:sp>
        <p:nvSpPr>
          <p:cNvPr id="10" name="TextBox 59">
            <a:extLst>
              <a:ext uri="{FF2B5EF4-FFF2-40B4-BE49-F238E27FC236}">
                <a16:creationId xmlns:a16="http://schemas.microsoft.com/office/drawing/2014/main" id="{1163FCE5-6E63-DB95-FC70-42522493C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99" y="907732"/>
            <a:ext cx="800219" cy="28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276" b="1" dirty="0">
                <a:latin typeface="나눔고딕" pitchFamily="50" charset="-127"/>
                <a:ea typeface="나눔고딕" pitchFamily="50" charset="-127"/>
              </a:rPr>
              <a:t>부호설명</a:t>
            </a:r>
          </a:p>
        </p:txBody>
      </p:sp>
      <p:sp>
        <p:nvSpPr>
          <p:cNvPr id="11" name="Oval 109">
            <a:extLst>
              <a:ext uri="{FF2B5EF4-FFF2-40B4-BE49-F238E27FC236}">
                <a16:creationId xmlns:a16="http://schemas.microsoft.com/office/drawing/2014/main" id="{F78CC73B-BDD0-4299-DB26-520CADEB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132" y="15208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2" name="Oval 109">
            <a:extLst>
              <a:ext uri="{FF2B5EF4-FFF2-40B4-BE49-F238E27FC236}">
                <a16:creationId xmlns:a16="http://schemas.microsoft.com/office/drawing/2014/main" id="{BB370556-FD83-1C86-A16D-587608CA5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019" y="15208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3" name="Oval 109">
            <a:extLst>
              <a:ext uri="{FF2B5EF4-FFF2-40B4-BE49-F238E27FC236}">
                <a16:creationId xmlns:a16="http://schemas.microsoft.com/office/drawing/2014/main" id="{982B18A9-01D2-3873-C7AF-BDABF6A29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907" y="152082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331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01.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65105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2EF8-3774-7445-0BC4-5708E30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1E9091-5844-23E8-A837-A227C202A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740454"/>
              </p:ext>
            </p:extLst>
          </p:nvPr>
        </p:nvGraphicFramePr>
        <p:xfrm>
          <a:off x="9182101" y="947377"/>
          <a:ext cx="2795588" cy="3158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입력 필드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아이디를 입력하지 않거나 정확하게 입력하지 않은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‘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아이디를 정확하게 입력해주세요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”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 입력 필드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비밀번호를 입력하지 않거나 정확하게 입력하지 않은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비밀번호를 정확하게 입력해주세요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‘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비밀번호를 정확하게 입력 시 로그인 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저장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다음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접속시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저정한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상태로 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*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로그인 시 관리자 관리 목록화면으로 이동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찾기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 찾기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비밀번호 찾기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바말번호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찾기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4188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959895" y="375614"/>
            <a:ext cx="11641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HNA_Login_001</a:t>
            </a:r>
            <a:endParaRPr lang="ko-KR" altLang="en-US" sz="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735E3B-F3D5-5FCB-2A0A-F6EC52366970}"/>
              </a:ext>
            </a:extLst>
          </p:cNvPr>
          <p:cNvSpPr/>
          <p:nvPr/>
        </p:nvSpPr>
        <p:spPr bwMode="auto">
          <a:xfrm>
            <a:off x="2445903" y="2879747"/>
            <a:ext cx="4438652" cy="13109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FDCE4CB5-E2CF-1042-8F49-A4AE67804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930" y="4227642"/>
            <a:ext cx="30348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b="0" dirty="0">
                <a:latin typeface="나눔고딕" pitchFamily="50" charset="-127"/>
                <a:ea typeface="나눔고딕" pitchFamily="50" charset="-127"/>
              </a:rPr>
              <a:t>한국연식품협동조합연합회 관리자만 로그인 가능합니다</a:t>
            </a:r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0460C490-7281-9EA1-B214-2D68A2A66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304453"/>
            <a:ext cx="6206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비밀번호</a:t>
            </a: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31102454-552B-7661-FCC3-0C022D01B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067445"/>
            <a:ext cx="51167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아이디</a:t>
            </a:r>
          </a:p>
        </p:txBody>
      </p:sp>
      <p:sp>
        <p:nvSpPr>
          <p:cNvPr id="41" name="모서리가 둥근 직사각형 25">
            <a:extLst>
              <a:ext uri="{FF2B5EF4-FFF2-40B4-BE49-F238E27FC236}">
                <a16:creationId xmlns:a16="http://schemas.microsoft.com/office/drawing/2014/main" id="{FCF2F267-640C-D87A-62FD-E024137AA813}"/>
              </a:ext>
            </a:extLst>
          </p:cNvPr>
          <p:cNvSpPr/>
          <p:nvPr/>
        </p:nvSpPr>
        <p:spPr bwMode="auto">
          <a:xfrm>
            <a:off x="5875707" y="3068825"/>
            <a:ext cx="723900" cy="447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42" name="Username Box">
            <a:extLst>
              <a:ext uri="{FF2B5EF4-FFF2-40B4-BE49-F238E27FC236}">
                <a16:creationId xmlns:a16="http://schemas.microsoft.com/office/drawing/2014/main" id="{7DAEE447-8CFA-D52A-7998-996EA8676A7B}"/>
              </a:ext>
            </a:extLst>
          </p:cNvPr>
          <p:cNvSpPr>
            <a:spLocks/>
          </p:cNvSpPr>
          <p:nvPr/>
        </p:nvSpPr>
        <p:spPr bwMode="auto">
          <a:xfrm>
            <a:off x="3635089" y="3085029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Username Box">
            <a:extLst>
              <a:ext uri="{FF2B5EF4-FFF2-40B4-BE49-F238E27FC236}">
                <a16:creationId xmlns:a16="http://schemas.microsoft.com/office/drawing/2014/main" id="{BA27566C-7014-446F-2C62-5D0FCA198F3E}"/>
              </a:ext>
            </a:extLst>
          </p:cNvPr>
          <p:cNvSpPr>
            <a:spLocks/>
          </p:cNvSpPr>
          <p:nvPr/>
        </p:nvSpPr>
        <p:spPr bwMode="auto">
          <a:xfrm>
            <a:off x="3635089" y="3340006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Oval 109">
            <a:extLst>
              <a:ext uri="{FF2B5EF4-FFF2-40B4-BE49-F238E27FC236}">
                <a16:creationId xmlns:a16="http://schemas.microsoft.com/office/drawing/2014/main" id="{BBC441DE-8C1A-8E20-8D90-512075D7A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117" y="298531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5" name="Oval 109">
            <a:extLst>
              <a:ext uri="{FF2B5EF4-FFF2-40B4-BE49-F238E27FC236}">
                <a16:creationId xmlns:a16="http://schemas.microsoft.com/office/drawing/2014/main" id="{A123FD9F-8FA2-82D0-730E-04CF7F689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117" y="32808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6" name="Oval 109">
            <a:extLst>
              <a:ext uri="{FF2B5EF4-FFF2-40B4-BE49-F238E27FC236}">
                <a16:creationId xmlns:a16="http://schemas.microsoft.com/office/drawing/2014/main" id="{49A4429F-47E5-AAF8-2584-D3F11535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903" y="300412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8F1D5796-879E-B1C2-9FBE-835991452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149" y="3683677"/>
            <a:ext cx="7617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ko-KR" altLang="en-US" b="0">
                <a:latin typeface="나눔고딕" pitchFamily="50" charset="-127"/>
                <a:ea typeface="나눔고딕" pitchFamily="50" charset="-127"/>
              </a:rPr>
              <a:t>아이디 저장</a:t>
            </a:r>
            <a:endParaRPr lang="ko-KR" altLang="en-US" b="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F334A63-5571-C8AE-1FDA-53D23431F826}"/>
              </a:ext>
            </a:extLst>
          </p:cNvPr>
          <p:cNvSpPr/>
          <p:nvPr/>
        </p:nvSpPr>
        <p:spPr bwMode="auto">
          <a:xfrm>
            <a:off x="3647705" y="3731245"/>
            <a:ext cx="130319" cy="1303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93FC7730-3DA4-5955-5609-1FBFBB2B7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183" y="358295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51" name="모서리가 둥근 직사각형 65">
            <a:extLst>
              <a:ext uri="{FF2B5EF4-FFF2-40B4-BE49-F238E27FC236}">
                <a16:creationId xmlns:a16="http://schemas.microsoft.com/office/drawing/2014/main" id="{D44E305B-464F-E7E7-81E2-02C8653B3EDC}"/>
              </a:ext>
            </a:extLst>
          </p:cNvPr>
          <p:cNvSpPr/>
          <p:nvPr/>
        </p:nvSpPr>
        <p:spPr bwMode="auto">
          <a:xfrm>
            <a:off x="4991289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52" name="모서리가 둥근 직사각형 65">
            <a:extLst>
              <a:ext uri="{FF2B5EF4-FFF2-40B4-BE49-F238E27FC236}">
                <a16:creationId xmlns:a16="http://schemas.microsoft.com/office/drawing/2014/main" id="{4F45C2C2-A795-432F-2F97-4C43CF8A883F}"/>
              </a:ext>
            </a:extLst>
          </p:cNvPr>
          <p:cNvSpPr/>
          <p:nvPr/>
        </p:nvSpPr>
        <p:spPr bwMode="auto">
          <a:xfrm>
            <a:off x="5810032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비밀번호 찾기</a:t>
            </a:r>
          </a:p>
        </p:txBody>
      </p:sp>
      <p:sp>
        <p:nvSpPr>
          <p:cNvPr id="53" name="Oval 109">
            <a:extLst>
              <a:ext uri="{FF2B5EF4-FFF2-40B4-BE49-F238E27FC236}">
                <a16:creationId xmlns:a16="http://schemas.microsoft.com/office/drawing/2014/main" id="{0111508D-6C51-9CD0-C589-168D5F2A7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488" y="37911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54" name="Oval 109">
            <a:extLst>
              <a:ext uri="{FF2B5EF4-FFF2-40B4-BE49-F238E27FC236}">
                <a16:creationId xmlns:a16="http://schemas.microsoft.com/office/drawing/2014/main" id="{AD3614A3-CBBC-2BC4-2E77-F22C226D2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307" y="379909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932132" y="2306676"/>
            <a:ext cx="1466194" cy="3582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</a:t>
            </a:r>
          </a:p>
        </p:txBody>
      </p:sp>
    </p:spTree>
    <p:extLst>
      <p:ext uri="{BB962C8B-B14F-4D97-AF65-F5344CB8AC3E}">
        <p14:creationId xmlns:p14="http://schemas.microsoft.com/office/powerpoint/2010/main" val="197055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119CE-38D5-3292-0CDD-EFBBB4E6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AA98DA6-18D7-4691-AA5F-32471D000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404023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이름 입력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이메일 주소 입력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실행하지 않고 팝업 닫힘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찾기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검증 후 결과 팝업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80A75F1E-D075-CC98-20B2-DF8F16901221}"/>
              </a:ext>
            </a:extLst>
          </p:cNvPr>
          <p:cNvSpPr/>
          <p:nvPr/>
        </p:nvSpPr>
        <p:spPr>
          <a:xfrm>
            <a:off x="959895" y="375614"/>
            <a:ext cx="178766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1C2F4F-22E3-3A54-F3B2-A5B9EE14C639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HNA_Login_002P</a:t>
            </a:r>
            <a:endParaRPr lang="ko-KR" altLang="en-US" sz="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EAFA2C-CDD4-DF3A-18C5-67D367C14E57}"/>
              </a:ext>
            </a:extLst>
          </p:cNvPr>
          <p:cNvSpPr/>
          <p:nvPr/>
        </p:nvSpPr>
        <p:spPr bwMode="auto">
          <a:xfrm>
            <a:off x="2445903" y="2879747"/>
            <a:ext cx="4438652" cy="13109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3D68394C-BB29-3A86-D791-1AF9ED300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930" y="4227642"/>
            <a:ext cx="30348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b="0" dirty="0">
                <a:latin typeface="나눔고딕" pitchFamily="50" charset="-127"/>
                <a:ea typeface="나눔고딕" pitchFamily="50" charset="-127"/>
              </a:rPr>
              <a:t>한국연식품협동조합연합회 관리자만 로그인 가능합니다</a:t>
            </a:r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E8279169-8C4E-42EA-A8DC-79752B7FD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304453"/>
            <a:ext cx="6206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비밀번호</a:t>
            </a: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C245E19B-8B2E-1A67-1F12-5F6FC9153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067445"/>
            <a:ext cx="51167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아이디</a:t>
            </a:r>
          </a:p>
        </p:txBody>
      </p:sp>
      <p:sp>
        <p:nvSpPr>
          <p:cNvPr id="41" name="모서리가 둥근 직사각형 25">
            <a:extLst>
              <a:ext uri="{FF2B5EF4-FFF2-40B4-BE49-F238E27FC236}">
                <a16:creationId xmlns:a16="http://schemas.microsoft.com/office/drawing/2014/main" id="{2C849447-F320-F032-4C6B-E57EA20A705F}"/>
              </a:ext>
            </a:extLst>
          </p:cNvPr>
          <p:cNvSpPr/>
          <p:nvPr/>
        </p:nvSpPr>
        <p:spPr bwMode="auto">
          <a:xfrm>
            <a:off x="5875707" y="3068825"/>
            <a:ext cx="723900" cy="447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42" name="Username Box">
            <a:extLst>
              <a:ext uri="{FF2B5EF4-FFF2-40B4-BE49-F238E27FC236}">
                <a16:creationId xmlns:a16="http://schemas.microsoft.com/office/drawing/2014/main" id="{E1AF273F-0D9A-0823-522D-EE737ACA99C7}"/>
              </a:ext>
            </a:extLst>
          </p:cNvPr>
          <p:cNvSpPr>
            <a:spLocks/>
          </p:cNvSpPr>
          <p:nvPr/>
        </p:nvSpPr>
        <p:spPr bwMode="auto">
          <a:xfrm>
            <a:off x="3635089" y="3085029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Username Box">
            <a:extLst>
              <a:ext uri="{FF2B5EF4-FFF2-40B4-BE49-F238E27FC236}">
                <a16:creationId xmlns:a16="http://schemas.microsoft.com/office/drawing/2014/main" id="{08881D37-87AA-EE5F-D5BE-31AF395781D6}"/>
              </a:ext>
            </a:extLst>
          </p:cNvPr>
          <p:cNvSpPr>
            <a:spLocks/>
          </p:cNvSpPr>
          <p:nvPr/>
        </p:nvSpPr>
        <p:spPr bwMode="auto">
          <a:xfrm>
            <a:off x="3635089" y="3340006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049B1CB6-9FD3-D7D9-B5B7-6B4F636E1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149" y="3683677"/>
            <a:ext cx="7617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ko-KR" altLang="en-US" b="0">
                <a:latin typeface="나눔고딕" pitchFamily="50" charset="-127"/>
                <a:ea typeface="나눔고딕" pitchFamily="50" charset="-127"/>
              </a:rPr>
              <a:t>아이디 저장</a:t>
            </a:r>
            <a:endParaRPr lang="ko-KR" altLang="en-US" b="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98A413-2B4A-73F8-E8C6-F9779ADE817A}"/>
              </a:ext>
            </a:extLst>
          </p:cNvPr>
          <p:cNvSpPr/>
          <p:nvPr/>
        </p:nvSpPr>
        <p:spPr bwMode="auto">
          <a:xfrm>
            <a:off x="3647705" y="3731245"/>
            <a:ext cx="130319" cy="1303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모서리가 둥근 직사각형 65">
            <a:extLst>
              <a:ext uri="{FF2B5EF4-FFF2-40B4-BE49-F238E27FC236}">
                <a16:creationId xmlns:a16="http://schemas.microsoft.com/office/drawing/2014/main" id="{75846C32-E5CE-4DB1-F41F-26E876DDCF19}"/>
              </a:ext>
            </a:extLst>
          </p:cNvPr>
          <p:cNvSpPr/>
          <p:nvPr/>
        </p:nvSpPr>
        <p:spPr bwMode="auto">
          <a:xfrm>
            <a:off x="4991289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52" name="모서리가 둥근 직사각형 65">
            <a:extLst>
              <a:ext uri="{FF2B5EF4-FFF2-40B4-BE49-F238E27FC236}">
                <a16:creationId xmlns:a16="http://schemas.microsoft.com/office/drawing/2014/main" id="{B48E40D3-EC17-5537-B908-27A1DC47A8F8}"/>
              </a:ext>
            </a:extLst>
          </p:cNvPr>
          <p:cNvSpPr/>
          <p:nvPr/>
        </p:nvSpPr>
        <p:spPr bwMode="auto">
          <a:xfrm>
            <a:off x="5810032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비밀번호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469E89-1EEB-35EC-FA32-E2B8F70B61FA}"/>
              </a:ext>
            </a:extLst>
          </p:cNvPr>
          <p:cNvSpPr/>
          <p:nvPr/>
        </p:nvSpPr>
        <p:spPr>
          <a:xfrm>
            <a:off x="164611" y="716288"/>
            <a:ext cx="8951680" cy="5860004"/>
          </a:xfrm>
          <a:prstGeom prst="rect">
            <a:avLst/>
          </a:prstGeom>
          <a:solidFill>
            <a:schemeClr val="bg1">
              <a:lumMod val="95000"/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05D74E-9A9C-37FE-D4C4-7C2164625DAB}"/>
              </a:ext>
            </a:extLst>
          </p:cNvPr>
          <p:cNvSpPr/>
          <p:nvPr/>
        </p:nvSpPr>
        <p:spPr>
          <a:xfrm>
            <a:off x="3119679" y="2510869"/>
            <a:ext cx="3308930" cy="17286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552E62-29E2-9213-5DCF-1CBC42556EA6}"/>
              </a:ext>
            </a:extLst>
          </p:cNvPr>
          <p:cNvCxnSpPr>
            <a:cxnSpLocks/>
          </p:cNvCxnSpPr>
          <p:nvPr/>
        </p:nvCxnSpPr>
        <p:spPr>
          <a:xfrm>
            <a:off x="3132306" y="2785922"/>
            <a:ext cx="32883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184598-A1E2-BF76-9F3A-7D3CC73D72D8}"/>
              </a:ext>
            </a:extLst>
          </p:cNvPr>
          <p:cNvSpPr txBox="1"/>
          <p:nvPr/>
        </p:nvSpPr>
        <p:spPr>
          <a:xfrm>
            <a:off x="3096851" y="2539922"/>
            <a:ext cx="1498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/>
              <a:t>아이디 찾기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F7883E-255A-B00B-5E7B-93CBB85F23E5}"/>
              </a:ext>
            </a:extLst>
          </p:cNvPr>
          <p:cNvSpPr txBox="1"/>
          <p:nvPr/>
        </p:nvSpPr>
        <p:spPr>
          <a:xfrm>
            <a:off x="6154531" y="2530886"/>
            <a:ext cx="2233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2FFB1D-6CE8-9443-1682-983D9D12C391}"/>
              </a:ext>
            </a:extLst>
          </p:cNvPr>
          <p:cNvSpPr/>
          <p:nvPr/>
        </p:nvSpPr>
        <p:spPr>
          <a:xfrm>
            <a:off x="4224864" y="3084955"/>
            <a:ext cx="1766059" cy="1822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9E1504-ADA1-2093-6E1F-CF06C8250507}"/>
              </a:ext>
            </a:extLst>
          </p:cNvPr>
          <p:cNvSpPr/>
          <p:nvPr/>
        </p:nvSpPr>
        <p:spPr>
          <a:xfrm>
            <a:off x="4225087" y="3435661"/>
            <a:ext cx="1766059" cy="1822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86">
            <a:extLst>
              <a:ext uri="{FF2B5EF4-FFF2-40B4-BE49-F238E27FC236}">
                <a16:creationId xmlns:a16="http://schemas.microsoft.com/office/drawing/2014/main" id="{9606EA86-17B0-475C-2186-B3DC483C050C}"/>
              </a:ext>
            </a:extLst>
          </p:cNvPr>
          <p:cNvSpPr/>
          <p:nvPr/>
        </p:nvSpPr>
        <p:spPr bwMode="auto">
          <a:xfrm>
            <a:off x="4081991" y="394372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15" name="모서리가 둥근 직사각형 86">
            <a:extLst>
              <a:ext uri="{FF2B5EF4-FFF2-40B4-BE49-F238E27FC236}">
                <a16:creationId xmlns:a16="http://schemas.microsoft.com/office/drawing/2014/main" id="{F7D44740-1453-EF36-685A-13268479EE4E}"/>
              </a:ext>
            </a:extLst>
          </p:cNvPr>
          <p:cNvSpPr/>
          <p:nvPr/>
        </p:nvSpPr>
        <p:spPr bwMode="auto">
          <a:xfrm>
            <a:off x="4805943" y="394116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찾기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B0E007-297E-EEA0-97DB-4BCF7F2ED0BE}"/>
              </a:ext>
            </a:extLst>
          </p:cNvPr>
          <p:cNvSpPr txBox="1"/>
          <p:nvPr/>
        </p:nvSpPr>
        <p:spPr>
          <a:xfrm>
            <a:off x="3362036" y="3084056"/>
            <a:ext cx="8628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032B57-7D0A-E7FA-98A4-EDB39DD8F6C0}"/>
              </a:ext>
            </a:extLst>
          </p:cNvPr>
          <p:cNvSpPr txBox="1"/>
          <p:nvPr/>
        </p:nvSpPr>
        <p:spPr>
          <a:xfrm>
            <a:off x="3351983" y="3426601"/>
            <a:ext cx="8628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이메일 주소</a:t>
            </a:r>
          </a:p>
        </p:txBody>
      </p:sp>
      <p:sp>
        <p:nvSpPr>
          <p:cNvPr id="19" name="Oval 109">
            <a:extLst>
              <a:ext uri="{FF2B5EF4-FFF2-40B4-BE49-F238E27FC236}">
                <a16:creationId xmlns:a16="http://schemas.microsoft.com/office/drawing/2014/main" id="{577CF70A-EDF5-1D15-E303-CF9AEFC3D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6100" y="284822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0" name="Oval 109">
            <a:extLst>
              <a:ext uri="{FF2B5EF4-FFF2-40B4-BE49-F238E27FC236}">
                <a16:creationId xmlns:a16="http://schemas.microsoft.com/office/drawing/2014/main" id="{534E4105-484C-92CB-94E1-83732CC1C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991" y="335322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4604BB33-38F3-A828-3595-1EF0572EC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113" y="386165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2" name="Oval 109">
            <a:extLst>
              <a:ext uri="{FF2B5EF4-FFF2-40B4-BE49-F238E27FC236}">
                <a16:creationId xmlns:a16="http://schemas.microsoft.com/office/drawing/2014/main" id="{74B84D26-E1DE-BDDA-50D5-4B84F8EDC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144" y="386115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531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3D6B-E100-1A54-B0F1-525800D8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3FB2156-D11E-5E1D-A7F5-D19DC554B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717043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3C6039BE-4227-A730-E9F5-144D2D28B5FE}"/>
              </a:ext>
            </a:extLst>
          </p:cNvPr>
          <p:cNvSpPr/>
          <p:nvPr/>
        </p:nvSpPr>
        <p:spPr>
          <a:xfrm>
            <a:off x="956891" y="393604"/>
            <a:ext cx="213071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아이디 찾기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결과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ECF6AD-7175-B25F-B48F-70A5B771338B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HNA_Login_003P</a:t>
            </a:r>
            <a:endParaRPr lang="ko-KR" altLang="en-US" sz="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F40E0D-9A7B-B2D0-DE4C-72FAFD9D5715}"/>
              </a:ext>
            </a:extLst>
          </p:cNvPr>
          <p:cNvSpPr/>
          <p:nvPr/>
        </p:nvSpPr>
        <p:spPr bwMode="auto">
          <a:xfrm>
            <a:off x="2445903" y="2879747"/>
            <a:ext cx="4438652" cy="13109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BE0EACA4-7054-BB50-C492-8436DDC18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930" y="4227642"/>
            <a:ext cx="30348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b="0" dirty="0">
                <a:latin typeface="나눔고딕" pitchFamily="50" charset="-127"/>
                <a:ea typeface="나눔고딕" pitchFamily="50" charset="-127"/>
              </a:rPr>
              <a:t>한국연식품협동조합연합회 관리자만 로그인 가능합니다</a:t>
            </a:r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D91F09E0-146E-CAC3-4493-DB8C1F2A6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304453"/>
            <a:ext cx="6206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비밀번호</a:t>
            </a: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DF194F79-BC4F-0BFF-F2DC-A66ED7699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067445"/>
            <a:ext cx="51167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아이디</a:t>
            </a:r>
          </a:p>
        </p:txBody>
      </p:sp>
      <p:sp>
        <p:nvSpPr>
          <p:cNvPr id="41" name="모서리가 둥근 직사각형 25">
            <a:extLst>
              <a:ext uri="{FF2B5EF4-FFF2-40B4-BE49-F238E27FC236}">
                <a16:creationId xmlns:a16="http://schemas.microsoft.com/office/drawing/2014/main" id="{AA8DDD1A-FA78-EEBA-2E86-BFF0D05F16AE}"/>
              </a:ext>
            </a:extLst>
          </p:cNvPr>
          <p:cNvSpPr/>
          <p:nvPr/>
        </p:nvSpPr>
        <p:spPr bwMode="auto">
          <a:xfrm>
            <a:off x="5875707" y="3068825"/>
            <a:ext cx="723900" cy="447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42" name="Username Box">
            <a:extLst>
              <a:ext uri="{FF2B5EF4-FFF2-40B4-BE49-F238E27FC236}">
                <a16:creationId xmlns:a16="http://schemas.microsoft.com/office/drawing/2014/main" id="{DB99AB38-75D2-F114-5421-A4C469B5A35C}"/>
              </a:ext>
            </a:extLst>
          </p:cNvPr>
          <p:cNvSpPr>
            <a:spLocks/>
          </p:cNvSpPr>
          <p:nvPr/>
        </p:nvSpPr>
        <p:spPr bwMode="auto">
          <a:xfrm>
            <a:off x="3635089" y="3085029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Username Box">
            <a:extLst>
              <a:ext uri="{FF2B5EF4-FFF2-40B4-BE49-F238E27FC236}">
                <a16:creationId xmlns:a16="http://schemas.microsoft.com/office/drawing/2014/main" id="{39A67DED-FBAC-F0DE-09C8-97D4865938E4}"/>
              </a:ext>
            </a:extLst>
          </p:cNvPr>
          <p:cNvSpPr>
            <a:spLocks/>
          </p:cNvSpPr>
          <p:nvPr/>
        </p:nvSpPr>
        <p:spPr bwMode="auto">
          <a:xfrm>
            <a:off x="3635089" y="3340006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5A99FC9C-271E-BB7B-1A50-C13A2A179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149" y="3683677"/>
            <a:ext cx="7617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ko-KR" altLang="en-US" b="0">
                <a:latin typeface="나눔고딕" pitchFamily="50" charset="-127"/>
                <a:ea typeface="나눔고딕" pitchFamily="50" charset="-127"/>
              </a:rPr>
              <a:t>아이디 저장</a:t>
            </a:r>
            <a:endParaRPr lang="ko-KR" altLang="en-US" b="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EA4E30E-8BAF-0C5F-72B3-E1CA7FF8EEA3}"/>
              </a:ext>
            </a:extLst>
          </p:cNvPr>
          <p:cNvSpPr/>
          <p:nvPr/>
        </p:nvSpPr>
        <p:spPr bwMode="auto">
          <a:xfrm>
            <a:off x="3647705" y="3731245"/>
            <a:ext cx="130319" cy="1303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모서리가 둥근 직사각형 65">
            <a:extLst>
              <a:ext uri="{FF2B5EF4-FFF2-40B4-BE49-F238E27FC236}">
                <a16:creationId xmlns:a16="http://schemas.microsoft.com/office/drawing/2014/main" id="{7A74DF7B-CDFC-4132-6488-815DBC884572}"/>
              </a:ext>
            </a:extLst>
          </p:cNvPr>
          <p:cNvSpPr/>
          <p:nvPr/>
        </p:nvSpPr>
        <p:spPr bwMode="auto">
          <a:xfrm>
            <a:off x="4991289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52" name="모서리가 둥근 직사각형 65">
            <a:extLst>
              <a:ext uri="{FF2B5EF4-FFF2-40B4-BE49-F238E27FC236}">
                <a16:creationId xmlns:a16="http://schemas.microsoft.com/office/drawing/2014/main" id="{28C196F1-45DB-C71E-73BE-E5F5BECC9DD8}"/>
              </a:ext>
            </a:extLst>
          </p:cNvPr>
          <p:cNvSpPr/>
          <p:nvPr/>
        </p:nvSpPr>
        <p:spPr bwMode="auto">
          <a:xfrm>
            <a:off x="5810032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비밀번호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A85669-681E-3027-E91E-326DFAFF9C83}"/>
              </a:ext>
            </a:extLst>
          </p:cNvPr>
          <p:cNvSpPr/>
          <p:nvPr/>
        </p:nvSpPr>
        <p:spPr>
          <a:xfrm>
            <a:off x="164611" y="716288"/>
            <a:ext cx="8951680" cy="5860004"/>
          </a:xfrm>
          <a:prstGeom prst="rect">
            <a:avLst/>
          </a:prstGeom>
          <a:solidFill>
            <a:schemeClr val="bg1">
              <a:lumMod val="95000"/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E92E5C-1C83-BB75-0B56-86041746BF55}"/>
              </a:ext>
            </a:extLst>
          </p:cNvPr>
          <p:cNvSpPr/>
          <p:nvPr/>
        </p:nvSpPr>
        <p:spPr>
          <a:xfrm>
            <a:off x="892432" y="2564689"/>
            <a:ext cx="3308930" cy="17286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D36B95C-60A9-DBA6-D650-277005E06FBA}"/>
              </a:ext>
            </a:extLst>
          </p:cNvPr>
          <p:cNvCxnSpPr>
            <a:cxnSpLocks/>
          </p:cNvCxnSpPr>
          <p:nvPr/>
        </p:nvCxnSpPr>
        <p:spPr>
          <a:xfrm>
            <a:off x="905059" y="2839742"/>
            <a:ext cx="32883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9ABBE8-CFF5-9A3C-A87F-94739AB697CB}"/>
              </a:ext>
            </a:extLst>
          </p:cNvPr>
          <p:cNvSpPr txBox="1"/>
          <p:nvPr/>
        </p:nvSpPr>
        <p:spPr>
          <a:xfrm>
            <a:off x="869604" y="2593742"/>
            <a:ext cx="1498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/>
              <a:t>아이디 찾기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D751C-6EF6-8E10-6616-535DE4C960C3}"/>
              </a:ext>
            </a:extLst>
          </p:cNvPr>
          <p:cNvSpPr txBox="1"/>
          <p:nvPr/>
        </p:nvSpPr>
        <p:spPr>
          <a:xfrm>
            <a:off x="3927284" y="2584706"/>
            <a:ext cx="2233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12" name="모서리가 둥근 직사각형 86">
            <a:extLst>
              <a:ext uri="{FF2B5EF4-FFF2-40B4-BE49-F238E27FC236}">
                <a16:creationId xmlns:a16="http://schemas.microsoft.com/office/drawing/2014/main" id="{3617C0B3-F0C8-ED49-1902-EF8EBA212E19}"/>
              </a:ext>
            </a:extLst>
          </p:cNvPr>
          <p:cNvSpPr/>
          <p:nvPr/>
        </p:nvSpPr>
        <p:spPr bwMode="auto">
          <a:xfrm>
            <a:off x="2150448" y="397324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E86FF05-0FB0-32B7-2144-5057D3900A05}"/>
              </a:ext>
            </a:extLst>
          </p:cNvPr>
          <p:cNvSpPr/>
          <p:nvPr/>
        </p:nvSpPr>
        <p:spPr>
          <a:xfrm>
            <a:off x="1161721" y="3067445"/>
            <a:ext cx="2747091" cy="785749"/>
          </a:xfrm>
          <a:prstGeom prst="roundRect">
            <a:avLst>
              <a:gd name="adj" fmla="val 726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고객님의 아이디는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“gildong”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입니다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1307129-9904-2FDC-9C8B-A5CBEF020BDF}"/>
              </a:ext>
            </a:extLst>
          </p:cNvPr>
          <p:cNvSpPr/>
          <p:nvPr/>
        </p:nvSpPr>
        <p:spPr>
          <a:xfrm>
            <a:off x="4698171" y="2564689"/>
            <a:ext cx="3308930" cy="17286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A196898-9CEF-31EE-B9EF-3D1C23C6330E}"/>
              </a:ext>
            </a:extLst>
          </p:cNvPr>
          <p:cNvCxnSpPr>
            <a:cxnSpLocks/>
          </p:cNvCxnSpPr>
          <p:nvPr/>
        </p:nvCxnSpPr>
        <p:spPr>
          <a:xfrm>
            <a:off x="4710798" y="2839742"/>
            <a:ext cx="32883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A015F7-5F72-74F0-471A-1C6904FDED44}"/>
              </a:ext>
            </a:extLst>
          </p:cNvPr>
          <p:cNvSpPr txBox="1"/>
          <p:nvPr/>
        </p:nvSpPr>
        <p:spPr>
          <a:xfrm>
            <a:off x="4675343" y="2593742"/>
            <a:ext cx="1498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/>
              <a:t>아이디 찾기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E913B0-0029-4A4D-BA31-479584EFA6BD}"/>
              </a:ext>
            </a:extLst>
          </p:cNvPr>
          <p:cNvSpPr txBox="1"/>
          <p:nvPr/>
        </p:nvSpPr>
        <p:spPr>
          <a:xfrm>
            <a:off x="7733023" y="2584706"/>
            <a:ext cx="2233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26" name="모서리가 둥근 직사각형 86">
            <a:extLst>
              <a:ext uri="{FF2B5EF4-FFF2-40B4-BE49-F238E27FC236}">
                <a16:creationId xmlns:a16="http://schemas.microsoft.com/office/drawing/2014/main" id="{2F95DDE2-ADE0-EED6-2E26-CB5DE16CA83B}"/>
              </a:ext>
            </a:extLst>
          </p:cNvPr>
          <p:cNvSpPr/>
          <p:nvPr/>
        </p:nvSpPr>
        <p:spPr bwMode="auto">
          <a:xfrm>
            <a:off x="6168147" y="397324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08F9181-1740-A6CE-7852-9A495F9C4E78}"/>
              </a:ext>
            </a:extLst>
          </p:cNvPr>
          <p:cNvSpPr/>
          <p:nvPr/>
        </p:nvSpPr>
        <p:spPr>
          <a:xfrm>
            <a:off x="4967460" y="3067445"/>
            <a:ext cx="2747091" cy="785749"/>
          </a:xfrm>
          <a:prstGeom prst="roundRect">
            <a:avLst>
              <a:gd name="adj" fmla="val 726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입력하신 정보가 일치하지 않습니다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8" name="Oval 109">
            <a:extLst>
              <a:ext uri="{FF2B5EF4-FFF2-40B4-BE49-F238E27FC236}">
                <a16:creationId xmlns:a16="http://schemas.microsoft.com/office/drawing/2014/main" id="{9E110854-318B-3813-29EF-BAB660E34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239" y="385463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9" name="Oval 109">
            <a:extLst>
              <a:ext uri="{FF2B5EF4-FFF2-40B4-BE49-F238E27FC236}">
                <a16:creationId xmlns:a16="http://schemas.microsoft.com/office/drawing/2014/main" id="{ADCB8608-B028-093C-E7EF-AF14EDD4E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0140" y="388262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6E9DA2-FF6B-ECE3-F840-DE350961AC03}"/>
              </a:ext>
            </a:extLst>
          </p:cNvPr>
          <p:cNvSpPr txBox="1"/>
          <p:nvPr/>
        </p:nvSpPr>
        <p:spPr>
          <a:xfrm>
            <a:off x="869604" y="2262909"/>
            <a:ext cx="2455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유효성 검증에 성공한 경우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3F4889-E561-8961-CC15-1FE43DD5AF12}"/>
              </a:ext>
            </a:extLst>
          </p:cNvPr>
          <p:cNvSpPr txBox="1"/>
          <p:nvPr/>
        </p:nvSpPr>
        <p:spPr>
          <a:xfrm>
            <a:off x="4675343" y="2280633"/>
            <a:ext cx="2455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유효성 검증에 실패한 경우</a:t>
            </a:r>
          </a:p>
        </p:txBody>
      </p:sp>
    </p:spTree>
    <p:extLst>
      <p:ext uri="{BB962C8B-B14F-4D97-AF65-F5344CB8AC3E}">
        <p14:creationId xmlns:p14="http://schemas.microsoft.com/office/powerpoint/2010/main" val="83448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F9B99-5C38-E507-F43C-7DC34632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1D08E17-7F39-996F-82AB-11C02F9FD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874335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실행하지 않고 팝업 닫힘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찾기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검증 후 결과 팝업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5BD60BD-D5FD-76BF-56A2-ABD9E75DBC0D}"/>
              </a:ext>
            </a:extLst>
          </p:cNvPr>
          <p:cNvSpPr/>
          <p:nvPr/>
        </p:nvSpPr>
        <p:spPr>
          <a:xfrm>
            <a:off x="959895" y="375614"/>
            <a:ext cx="194957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비밀번호 찾기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16E36F-A433-2C36-812D-5D0DB008565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HNA_Login_004P</a:t>
            </a:r>
            <a:endParaRPr lang="ko-KR" altLang="en-US" sz="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557006-D273-68F6-2A32-45205F1D683B}"/>
              </a:ext>
            </a:extLst>
          </p:cNvPr>
          <p:cNvSpPr/>
          <p:nvPr/>
        </p:nvSpPr>
        <p:spPr bwMode="auto">
          <a:xfrm>
            <a:off x="2445903" y="2879747"/>
            <a:ext cx="4438652" cy="13109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2FE2C28C-356A-B49E-D8B8-44E266EA5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930" y="4227642"/>
            <a:ext cx="30348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b="0" dirty="0">
                <a:latin typeface="나눔고딕" pitchFamily="50" charset="-127"/>
                <a:ea typeface="나눔고딕" pitchFamily="50" charset="-127"/>
              </a:rPr>
              <a:t>한국연식품협동조합연합회 관리자만 로그인 가능합니다</a:t>
            </a:r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5BAE499B-68EB-6308-1E5D-BFD789B3A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304453"/>
            <a:ext cx="6206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비밀번호</a:t>
            </a: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152079AD-1750-D69A-262C-C4C5E1BBC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067445"/>
            <a:ext cx="51167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아이디</a:t>
            </a:r>
          </a:p>
        </p:txBody>
      </p:sp>
      <p:sp>
        <p:nvSpPr>
          <p:cNvPr id="41" name="모서리가 둥근 직사각형 25">
            <a:extLst>
              <a:ext uri="{FF2B5EF4-FFF2-40B4-BE49-F238E27FC236}">
                <a16:creationId xmlns:a16="http://schemas.microsoft.com/office/drawing/2014/main" id="{C6F02DA9-289A-2425-5488-6874877BA160}"/>
              </a:ext>
            </a:extLst>
          </p:cNvPr>
          <p:cNvSpPr/>
          <p:nvPr/>
        </p:nvSpPr>
        <p:spPr bwMode="auto">
          <a:xfrm>
            <a:off x="5875707" y="3068825"/>
            <a:ext cx="723900" cy="447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42" name="Username Box">
            <a:extLst>
              <a:ext uri="{FF2B5EF4-FFF2-40B4-BE49-F238E27FC236}">
                <a16:creationId xmlns:a16="http://schemas.microsoft.com/office/drawing/2014/main" id="{EBD229BE-9494-C920-8537-2AB96A2FF30E}"/>
              </a:ext>
            </a:extLst>
          </p:cNvPr>
          <p:cNvSpPr>
            <a:spLocks/>
          </p:cNvSpPr>
          <p:nvPr/>
        </p:nvSpPr>
        <p:spPr bwMode="auto">
          <a:xfrm>
            <a:off x="3635089" y="3085029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Username Box">
            <a:extLst>
              <a:ext uri="{FF2B5EF4-FFF2-40B4-BE49-F238E27FC236}">
                <a16:creationId xmlns:a16="http://schemas.microsoft.com/office/drawing/2014/main" id="{5A8D0D91-D9B8-1DA1-8B36-12940ACE1F2D}"/>
              </a:ext>
            </a:extLst>
          </p:cNvPr>
          <p:cNvSpPr>
            <a:spLocks/>
          </p:cNvSpPr>
          <p:nvPr/>
        </p:nvSpPr>
        <p:spPr bwMode="auto">
          <a:xfrm>
            <a:off x="3635089" y="3340006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F3460FAA-4BF3-F2CA-99EA-99921D0D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149" y="3683677"/>
            <a:ext cx="7617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ko-KR" altLang="en-US" b="0">
                <a:latin typeface="나눔고딕" pitchFamily="50" charset="-127"/>
                <a:ea typeface="나눔고딕" pitchFamily="50" charset="-127"/>
              </a:rPr>
              <a:t>아이디 저장</a:t>
            </a:r>
            <a:endParaRPr lang="ko-KR" altLang="en-US" b="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DE99B02-E888-24CE-FF11-1A0917C26311}"/>
              </a:ext>
            </a:extLst>
          </p:cNvPr>
          <p:cNvSpPr/>
          <p:nvPr/>
        </p:nvSpPr>
        <p:spPr bwMode="auto">
          <a:xfrm>
            <a:off x="3647705" y="3731245"/>
            <a:ext cx="130319" cy="1303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모서리가 둥근 직사각형 65">
            <a:extLst>
              <a:ext uri="{FF2B5EF4-FFF2-40B4-BE49-F238E27FC236}">
                <a16:creationId xmlns:a16="http://schemas.microsoft.com/office/drawing/2014/main" id="{B73229B4-A34C-743E-59C3-3C06D1B913AD}"/>
              </a:ext>
            </a:extLst>
          </p:cNvPr>
          <p:cNvSpPr/>
          <p:nvPr/>
        </p:nvSpPr>
        <p:spPr bwMode="auto">
          <a:xfrm>
            <a:off x="4991289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52" name="모서리가 둥근 직사각형 65">
            <a:extLst>
              <a:ext uri="{FF2B5EF4-FFF2-40B4-BE49-F238E27FC236}">
                <a16:creationId xmlns:a16="http://schemas.microsoft.com/office/drawing/2014/main" id="{2BA50073-D83D-DC74-93C3-AE236E853049}"/>
              </a:ext>
            </a:extLst>
          </p:cNvPr>
          <p:cNvSpPr/>
          <p:nvPr/>
        </p:nvSpPr>
        <p:spPr bwMode="auto">
          <a:xfrm>
            <a:off x="5810032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비밀번호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BFB5A7-6321-F8DF-77E2-C8D812984F69}"/>
              </a:ext>
            </a:extLst>
          </p:cNvPr>
          <p:cNvSpPr/>
          <p:nvPr/>
        </p:nvSpPr>
        <p:spPr>
          <a:xfrm>
            <a:off x="164611" y="716288"/>
            <a:ext cx="8951680" cy="5860004"/>
          </a:xfrm>
          <a:prstGeom prst="rect">
            <a:avLst/>
          </a:prstGeom>
          <a:solidFill>
            <a:schemeClr val="bg1">
              <a:lumMod val="95000"/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D67C93-EBF3-E0C1-8A10-757019F3C392}"/>
              </a:ext>
            </a:extLst>
          </p:cNvPr>
          <p:cNvSpPr/>
          <p:nvPr/>
        </p:nvSpPr>
        <p:spPr>
          <a:xfrm>
            <a:off x="3119679" y="2510869"/>
            <a:ext cx="3308930" cy="17286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4AF483F-22C1-4B36-E421-5692C336FC2D}"/>
              </a:ext>
            </a:extLst>
          </p:cNvPr>
          <p:cNvCxnSpPr>
            <a:cxnSpLocks/>
          </p:cNvCxnSpPr>
          <p:nvPr/>
        </p:nvCxnSpPr>
        <p:spPr>
          <a:xfrm>
            <a:off x="3132306" y="2785922"/>
            <a:ext cx="32883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CD3F70-A0B7-387B-7B41-2A0E07D852FB}"/>
              </a:ext>
            </a:extLst>
          </p:cNvPr>
          <p:cNvSpPr txBox="1"/>
          <p:nvPr/>
        </p:nvSpPr>
        <p:spPr>
          <a:xfrm>
            <a:off x="3096851" y="2539922"/>
            <a:ext cx="1498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/>
              <a:t>비밀번호 찾기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41DB6-AAD0-819C-5237-4EA345F2E5DC}"/>
              </a:ext>
            </a:extLst>
          </p:cNvPr>
          <p:cNvSpPr txBox="1"/>
          <p:nvPr/>
        </p:nvSpPr>
        <p:spPr>
          <a:xfrm>
            <a:off x="6154531" y="2530886"/>
            <a:ext cx="2233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3DEFD2-1B2F-0881-F984-24FB21F3E8DD}"/>
              </a:ext>
            </a:extLst>
          </p:cNvPr>
          <p:cNvSpPr/>
          <p:nvPr/>
        </p:nvSpPr>
        <p:spPr>
          <a:xfrm>
            <a:off x="4224864" y="2927937"/>
            <a:ext cx="1766059" cy="1822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433EF7-F0C5-FBA3-09B3-ADCE5D89B87D}"/>
              </a:ext>
            </a:extLst>
          </p:cNvPr>
          <p:cNvSpPr/>
          <p:nvPr/>
        </p:nvSpPr>
        <p:spPr>
          <a:xfrm>
            <a:off x="4225087" y="3278643"/>
            <a:ext cx="1766059" cy="1822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86">
            <a:extLst>
              <a:ext uri="{FF2B5EF4-FFF2-40B4-BE49-F238E27FC236}">
                <a16:creationId xmlns:a16="http://schemas.microsoft.com/office/drawing/2014/main" id="{B8E391A4-AF71-249F-7DCC-E7AA5BF5D9C1}"/>
              </a:ext>
            </a:extLst>
          </p:cNvPr>
          <p:cNvSpPr/>
          <p:nvPr/>
        </p:nvSpPr>
        <p:spPr bwMode="auto">
          <a:xfrm>
            <a:off x="4081991" y="394372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15" name="모서리가 둥근 직사각형 86">
            <a:extLst>
              <a:ext uri="{FF2B5EF4-FFF2-40B4-BE49-F238E27FC236}">
                <a16:creationId xmlns:a16="http://schemas.microsoft.com/office/drawing/2014/main" id="{3F95A233-D4DD-FEF7-446C-BCDA598E6FB8}"/>
              </a:ext>
            </a:extLst>
          </p:cNvPr>
          <p:cNvSpPr/>
          <p:nvPr/>
        </p:nvSpPr>
        <p:spPr bwMode="auto">
          <a:xfrm>
            <a:off x="4805943" y="394116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찾기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83F8A0-0C12-0FDF-75C0-8FD069AFDC80}"/>
              </a:ext>
            </a:extLst>
          </p:cNvPr>
          <p:cNvSpPr txBox="1"/>
          <p:nvPr/>
        </p:nvSpPr>
        <p:spPr>
          <a:xfrm>
            <a:off x="3362036" y="2927038"/>
            <a:ext cx="8628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아이디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749341-01CA-BD43-57CC-71D9EC2A1558}"/>
              </a:ext>
            </a:extLst>
          </p:cNvPr>
          <p:cNvSpPr txBox="1"/>
          <p:nvPr/>
        </p:nvSpPr>
        <p:spPr>
          <a:xfrm>
            <a:off x="3351983" y="3269583"/>
            <a:ext cx="8628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FC732932-D877-171A-C17E-8A6AF0DEF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113" y="386165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2" name="Oval 109">
            <a:extLst>
              <a:ext uri="{FF2B5EF4-FFF2-40B4-BE49-F238E27FC236}">
                <a16:creationId xmlns:a16="http://schemas.microsoft.com/office/drawing/2014/main" id="{51297CCE-AB1C-04DB-DB23-50F780F73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144" y="386115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515125-EE35-6E2A-4DE9-D4D3D2A80315}"/>
              </a:ext>
            </a:extLst>
          </p:cNvPr>
          <p:cNvSpPr/>
          <p:nvPr/>
        </p:nvSpPr>
        <p:spPr>
          <a:xfrm>
            <a:off x="4214811" y="3616327"/>
            <a:ext cx="1766059" cy="1822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F260F5-FD57-F8D7-E390-48D88E1C9A0E}"/>
              </a:ext>
            </a:extLst>
          </p:cNvPr>
          <p:cNvSpPr txBox="1"/>
          <p:nvPr/>
        </p:nvSpPr>
        <p:spPr>
          <a:xfrm>
            <a:off x="3341707" y="3607267"/>
            <a:ext cx="8628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이메일 주소</a:t>
            </a:r>
          </a:p>
        </p:txBody>
      </p:sp>
    </p:spTree>
    <p:extLst>
      <p:ext uri="{BB962C8B-B14F-4D97-AF65-F5344CB8AC3E}">
        <p14:creationId xmlns:p14="http://schemas.microsoft.com/office/powerpoint/2010/main" val="4227375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DA132-1BCF-0C20-96C8-711B830B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C4D1650-C407-1FC9-B0C1-1B00DDED3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764920"/>
              </p:ext>
            </p:extLst>
          </p:nvPr>
        </p:nvGraphicFramePr>
        <p:xfrm>
          <a:off x="9182101" y="947377"/>
          <a:ext cx="2795588" cy="1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팝업 닫힘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6716B82-1CCA-9D9E-AC97-73C88AAD5730}"/>
              </a:ext>
            </a:extLst>
          </p:cNvPr>
          <p:cNvSpPr/>
          <p:nvPr/>
        </p:nvSpPr>
        <p:spPr>
          <a:xfrm>
            <a:off x="959895" y="375614"/>
            <a:ext cx="225574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로그인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비밀번호 찾기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결과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7DDB2-FC1B-F1AB-B819-B8EE9073B499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HNA_Login_005P</a:t>
            </a:r>
            <a:endParaRPr lang="ko-KR" altLang="en-US" sz="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79352A-CA77-E694-B141-656FCB7E2563}"/>
              </a:ext>
            </a:extLst>
          </p:cNvPr>
          <p:cNvSpPr/>
          <p:nvPr/>
        </p:nvSpPr>
        <p:spPr bwMode="auto">
          <a:xfrm>
            <a:off x="2445903" y="2879747"/>
            <a:ext cx="4438652" cy="13109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59651B95-272B-3A0D-58EC-85328A518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930" y="4227642"/>
            <a:ext cx="30348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b="0" dirty="0">
                <a:latin typeface="나눔고딕" pitchFamily="50" charset="-127"/>
                <a:ea typeface="나눔고딕" pitchFamily="50" charset="-127"/>
              </a:rPr>
              <a:t>한국연식품협동조합연합회 관리자만 로그인 가능합니다</a:t>
            </a:r>
            <a:r>
              <a:rPr lang="en-US" altLang="ko-KR" b="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3C1F91F4-F3DA-0521-A256-E0AE1111A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304453"/>
            <a:ext cx="6206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비밀번호</a:t>
            </a: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E4781DAD-F832-88E6-8381-6B782ADB9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690" y="3067445"/>
            <a:ext cx="51167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나눔고딕" pitchFamily="50" charset="-127"/>
                <a:ea typeface="나눔고딕" pitchFamily="50" charset="-127"/>
              </a:rPr>
              <a:t>아이디</a:t>
            </a:r>
          </a:p>
        </p:txBody>
      </p:sp>
      <p:sp>
        <p:nvSpPr>
          <p:cNvPr id="41" name="모서리가 둥근 직사각형 25">
            <a:extLst>
              <a:ext uri="{FF2B5EF4-FFF2-40B4-BE49-F238E27FC236}">
                <a16:creationId xmlns:a16="http://schemas.microsoft.com/office/drawing/2014/main" id="{C92CF32A-7261-6D3B-1733-94605D789781}"/>
              </a:ext>
            </a:extLst>
          </p:cNvPr>
          <p:cNvSpPr/>
          <p:nvPr/>
        </p:nvSpPr>
        <p:spPr bwMode="auto">
          <a:xfrm>
            <a:off x="5875707" y="3068825"/>
            <a:ext cx="723900" cy="447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42" name="Username Box">
            <a:extLst>
              <a:ext uri="{FF2B5EF4-FFF2-40B4-BE49-F238E27FC236}">
                <a16:creationId xmlns:a16="http://schemas.microsoft.com/office/drawing/2014/main" id="{E957E10B-E205-5FA0-389C-4E3C1D02C67F}"/>
              </a:ext>
            </a:extLst>
          </p:cNvPr>
          <p:cNvSpPr>
            <a:spLocks/>
          </p:cNvSpPr>
          <p:nvPr/>
        </p:nvSpPr>
        <p:spPr bwMode="auto">
          <a:xfrm>
            <a:off x="3635089" y="3085029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Username Box">
            <a:extLst>
              <a:ext uri="{FF2B5EF4-FFF2-40B4-BE49-F238E27FC236}">
                <a16:creationId xmlns:a16="http://schemas.microsoft.com/office/drawing/2014/main" id="{A3B5E086-4086-ECBE-4992-AC3680C733F9}"/>
              </a:ext>
            </a:extLst>
          </p:cNvPr>
          <p:cNvSpPr>
            <a:spLocks/>
          </p:cNvSpPr>
          <p:nvPr/>
        </p:nvSpPr>
        <p:spPr bwMode="auto">
          <a:xfrm>
            <a:off x="3635089" y="3340006"/>
            <a:ext cx="2012321" cy="18346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2400" rIns="72000" bIns="32400">
            <a:no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FA496663-8753-BC0C-725B-7E4D5EA48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7149" y="3683677"/>
            <a:ext cx="7617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1pPr>
            <a:lvl2pPr marL="742950" indent="-28575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2pPr>
            <a:lvl3pPr marL="11430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3pPr>
            <a:lvl4pPr marL="16002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4pPr>
            <a:lvl5pPr marL="2057400" indent="-228600"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돋움" pitchFamily="50" charset="-127"/>
                <a:ea typeface="굴림" charset="-127"/>
              </a:defRPr>
            </a:lvl9pPr>
          </a:lstStyle>
          <a:p>
            <a:r>
              <a:rPr lang="ko-KR" altLang="en-US" b="0">
                <a:latin typeface="나눔고딕" pitchFamily="50" charset="-127"/>
                <a:ea typeface="나눔고딕" pitchFamily="50" charset="-127"/>
              </a:rPr>
              <a:t>아이디 저장</a:t>
            </a:r>
            <a:endParaRPr lang="ko-KR" altLang="en-US" b="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C241C9E-26BE-FF49-E168-C4A4DA7DA7E9}"/>
              </a:ext>
            </a:extLst>
          </p:cNvPr>
          <p:cNvSpPr/>
          <p:nvPr/>
        </p:nvSpPr>
        <p:spPr bwMode="auto">
          <a:xfrm>
            <a:off x="3647705" y="3731245"/>
            <a:ext cx="130319" cy="1303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모서리가 둥근 직사각형 65">
            <a:extLst>
              <a:ext uri="{FF2B5EF4-FFF2-40B4-BE49-F238E27FC236}">
                <a16:creationId xmlns:a16="http://schemas.microsoft.com/office/drawing/2014/main" id="{6CB2AC4C-C312-B82C-C5B4-883B14583F8E}"/>
              </a:ext>
            </a:extLst>
          </p:cNvPr>
          <p:cNvSpPr/>
          <p:nvPr/>
        </p:nvSpPr>
        <p:spPr bwMode="auto">
          <a:xfrm>
            <a:off x="4991289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아이디 찾기</a:t>
            </a:r>
          </a:p>
        </p:txBody>
      </p:sp>
      <p:sp>
        <p:nvSpPr>
          <p:cNvPr id="52" name="모서리가 둥근 직사각형 65">
            <a:extLst>
              <a:ext uri="{FF2B5EF4-FFF2-40B4-BE49-F238E27FC236}">
                <a16:creationId xmlns:a16="http://schemas.microsoft.com/office/drawing/2014/main" id="{152F2AEC-8121-DB80-BE28-3BF93D5A5917}"/>
              </a:ext>
            </a:extLst>
          </p:cNvPr>
          <p:cNvSpPr/>
          <p:nvPr/>
        </p:nvSpPr>
        <p:spPr bwMode="auto">
          <a:xfrm>
            <a:off x="5810032" y="3914509"/>
            <a:ext cx="740450" cy="183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비밀번호 찾기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49D6EF-C679-1F77-4E73-5D9BEC98F1D5}"/>
              </a:ext>
            </a:extLst>
          </p:cNvPr>
          <p:cNvSpPr/>
          <p:nvPr/>
        </p:nvSpPr>
        <p:spPr>
          <a:xfrm>
            <a:off x="164611" y="716288"/>
            <a:ext cx="8951680" cy="5860004"/>
          </a:xfrm>
          <a:prstGeom prst="rect">
            <a:avLst/>
          </a:prstGeom>
          <a:solidFill>
            <a:schemeClr val="bg1">
              <a:lumMod val="95000"/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DDC735-9E4F-FDEA-C5DB-C5E0BD0EBDB6}"/>
              </a:ext>
            </a:extLst>
          </p:cNvPr>
          <p:cNvSpPr/>
          <p:nvPr/>
        </p:nvSpPr>
        <p:spPr>
          <a:xfrm>
            <a:off x="892432" y="2564689"/>
            <a:ext cx="3308930" cy="17286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5CFE416-B84C-8716-9DA8-02FA286E25C5}"/>
              </a:ext>
            </a:extLst>
          </p:cNvPr>
          <p:cNvCxnSpPr>
            <a:cxnSpLocks/>
          </p:cNvCxnSpPr>
          <p:nvPr/>
        </p:nvCxnSpPr>
        <p:spPr>
          <a:xfrm>
            <a:off x="905059" y="2839742"/>
            <a:ext cx="32883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DE4096A-1E41-4625-EEB2-DEC59CC7558D}"/>
              </a:ext>
            </a:extLst>
          </p:cNvPr>
          <p:cNvSpPr txBox="1"/>
          <p:nvPr/>
        </p:nvSpPr>
        <p:spPr>
          <a:xfrm>
            <a:off x="869604" y="2593742"/>
            <a:ext cx="1498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/>
              <a:t>아이디 찾기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1B2DDE-BBBE-DDDE-AA6B-4FC9A6273265}"/>
              </a:ext>
            </a:extLst>
          </p:cNvPr>
          <p:cNvSpPr txBox="1"/>
          <p:nvPr/>
        </p:nvSpPr>
        <p:spPr>
          <a:xfrm>
            <a:off x="3927284" y="2584706"/>
            <a:ext cx="2233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26" name="모서리가 둥근 직사각형 86">
            <a:extLst>
              <a:ext uri="{FF2B5EF4-FFF2-40B4-BE49-F238E27FC236}">
                <a16:creationId xmlns:a16="http://schemas.microsoft.com/office/drawing/2014/main" id="{5891BC2C-F180-8A16-5873-971E718560D3}"/>
              </a:ext>
            </a:extLst>
          </p:cNvPr>
          <p:cNvSpPr/>
          <p:nvPr/>
        </p:nvSpPr>
        <p:spPr bwMode="auto">
          <a:xfrm>
            <a:off x="2150448" y="397324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7B3D999-1D28-E8E1-EFA0-334DC7AA8ED3}"/>
              </a:ext>
            </a:extLst>
          </p:cNvPr>
          <p:cNvSpPr/>
          <p:nvPr/>
        </p:nvSpPr>
        <p:spPr>
          <a:xfrm>
            <a:off x="1161721" y="3067445"/>
            <a:ext cx="2747091" cy="785749"/>
          </a:xfrm>
          <a:prstGeom prst="roundRect">
            <a:avLst>
              <a:gd name="adj" fmla="val 726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gildong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님의 임시 비빌번호를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이메일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(gildong@naver.com)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   발송하였습니다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비밀번호를 변경 후 사용하시기 바랍니다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95B057F-E735-0B0D-0406-EAA7F9CF5ADA}"/>
              </a:ext>
            </a:extLst>
          </p:cNvPr>
          <p:cNvSpPr/>
          <p:nvPr/>
        </p:nvSpPr>
        <p:spPr>
          <a:xfrm>
            <a:off x="4698171" y="2564689"/>
            <a:ext cx="3308930" cy="17286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A5FC6BB-B742-A6A4-19DF-1C63B44848F2}"/>
              </a:ext>
            </a:extLst>
          </p:cNvPr>
          <p:cNvCxnSpPr>
            <a:cxnSpLocks/>
          </p:cNvCxnSpPr>
          <p:nvPr/>
        </p:nvCxnSpPr>
        <p:spPr>
          <a:xfrm>
            <a:off x="4710798" y="2839742"/>
            <a:ext cx="32883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F7A9C3A-D980-1523-E402-340D7B6D34A3}"/>
              </a:ext>
            </a:extLst>
          </p:cNvPr>
          <p:cNvSpPr txBox="1"/>
          <p:nvPr/>
        </p:nvSpPr>
        <p:spPr>
          <a:xfrm>
            <a:off x="4675343" y="2593742"/>
            <a:ext cx="1498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/>
              <a:t>아이디 찾기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EA7A49-0F33-6FE4-FAF5-E44E6E69E100}"/>
              </a:ext>
            </a:extLst>
          </p:cNvPr>
          <p:cNvSpPr txBox="1"/>
          <p:nvPr/>
        </p:nvSpPr>
        <p:spPr>
          <a:xfrm>
            <a:off x="7733023" y="2584706"/>
            <a:ext cx="2233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33" name="모서리가 둥근 직사각형 86">
            <a:extLst>
              <a:ext uri="{FF2B5EF4-FFF2-40B4-BE49-F238E27FC236}">
                <a16:creationId xmlns:a16="http://schemas.microsoft.com/office/drawing/2014/main" id="{B97DFA4E-80DF-2F82-54BB-78FF17F4B394}"/>
              </a:ext>
            </a:extLst>
          </p:cNvPr>
          <p:cNvSpPr/>
          <p:nvPr/>
        </p:nvSpPr>
        <p:spPr bwMode="auto">
          <a:xfrm>
            <a:off x="6168147" y="397324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57B5B73-C722-8FB9-4676-CC85660A7FF7}"/>
              </a:ext>
            </a:extLst>
          </p:cNvPr>
          <p:cNvSpPr/>
          <p:nvPr/>
        </p:nvSpPr>
        <p:spPr>
          <a:xfrm>
            <a:off x="4967460" y="3067445"/>
            <a:ext cx="2747091" cy="785749"/>
          </a:xfrm>
          <a:prstGeom prst="roundRect">
            <a:avLst>
              <a:gd name="adj" fmla="val 726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입력하신 정보가 일치하지 않습니다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B8E5DA-FDA3-DE90-A695-794846CCEE87}"/>
              </a:ext>
            </a:extLst>
          </p:cNvPr>
          <p:cNvSpPr txBox="1"/>
          <p:nvPr/>
        </p:nvSpPr>
        <p:spPr>
          <a:xfrm>
            <a:off x="869604" y="2262909"/>
            <a:ext cx="2455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유효성 검증에 성공한 경우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0D64DF-215F-3A52-08E3-114A8ACECFC5}"/>
              </a:ext>
            </a:extLst>
          </p:cNvPr>
          <p:cNvSpPr txBox="1"/>
          <p:nvPr/>
        </p:nvSpPr>
        <p:spPr>
          <a:xfrm>
            <a:off x="4675343" y="2280633"/>
            <a:ext cx="2455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유효성 검증에 실패한 경우</a:t>
            </a:r>
          </a:p>
        </p:txBody>
      </p:sp>
      <p:sp>
        <p:nvSpPr>
          <p:cNvPr id="38" name="Oval 109">
            <a:extLst>
              <a:ext uri="{FF2B5EF4-FFF2-40B4-BE49-F238E27FC236}">
                <a16:creationId xmlns:a16="http://schemas.microsoft.com/office/drawing/2014/main" id="{73D473F6-78F3-630C-B9C3-CA9F230DF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326" y="384937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9" name="Oval 109">
            <a:extLst>
              <a:ext uri="{FF2B5EF4-FFF2-40B4-BE49-F238E27FC236}">
                <a16:creationId xmlns:a16="http://schemas.microsoft.com/office/drawing/2014/main" id="{A1920F0A-94F8-20C2-C8EA-24E956D51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110" y="390836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56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4165-732A-09E9-5C19-15132EE0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02.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관리자관리</a:t>
            </a:r>
          </a:p>
        </p:txBody>
      </p:sp>
    </p:spTree>
    <p:extLst>
      <p:ext uri="{BB962C8B-B14F-4D97-AF65-F5344CB8AC3E}">
        <p14:creationId xmlns:p14="http://schemas.microsoft.com/office/powerpoint/2010/main" val="239305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0B33-FF8A-791C-3091-AB150176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D19B64A-E229-6B18-B5E4-0522405C1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712203"/>
              </p:ext>
            </p:extLst>
          </p:nvPr>
        </p:nvGraphicFramePr>
        <p:xfrm>
          <a:off x="9182101" y="947377"/>
          <a:ext cx="2795588" cy="349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전체 게시물 선택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나눔고딕" pitchFamily="50" charset="-127"/>
                          <a:ea typeface="나눔고딕" pitchFamily="50" charset="-127"/>
                        </a:rPr>
                        <a:t>해당 게시물만 선택</a:t>
                      </a:r>
                      <a:endParaRPr lang="en-US" altLang="ko-KR" sz="80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체크된 게시물 삭제 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비활성화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 후 삭제 버튼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클릭시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dirty="0"/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행을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클릭시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상세 페이지로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신규 관리자 등록 페이지로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페이지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네비게이션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_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현재 페이지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넘버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bold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◀◀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가장 최신 글의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 이동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◀   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앞으로 이동</a:t>
                      </a:r>
                      <a:b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▶   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page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다음으로 이동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▶▶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가장 오래된 글의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Page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 이동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*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이하 목록 </a:t>
                      </a:r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페이징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처리 공통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6E3DFEB-40A6-5567-5598-3530485CD00B}"/>
              </a:ext>
            </a:extLst>
          </p:cNvPr>
          <p:cNvSpPr/>
          <p:nvPr/>
        </p:nvSpPr>
        <p:spPr>
          <a:xfrm>
            <a:off x="959895" y="375614"/>
            <a:ext cx="169950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96E32-A6EB-4EBC-4A31-126499F940BC}"/>
              </a:ext>
            </a:extLst>
          </p:cNvPr>
          <p:cNvSpPr txBox="1"/>
          <p:nvPr/>
        </p:nvSpPr>
        <p:spPr>
          <a:xfrm>
            <a:off x="1589745" y="1188948"/>
            <a:ext cx="9412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관리자관리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C63792B-B24F-9FB7-AEA8-78D4F2920E5F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14E03FB-8E9F-EB92-A86C-B48365CE1140}"/>
              </a:ext>
            </a:extLst>
          </p:cNvPr>
          <p:cNvSpPr/>
          <p:nvPr/>
        </p:nvSpPr>
        <p:spPr bwMode="auto">
          <a:xfrm>
            <a:off x="154936" y="1449853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C6712B-7235-A65E-07CA-39197341642B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HNA_Admag_list_001</a:t>
            </a:r>
            <a:endParaRPr lang="ko-KR" altLang="en-US" sz="800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C0C4B33-0FF2-FC1A-7D5B-08616286E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219115"/>
              </p:ext>
            </p:extLst>
          </p:nvPr>
        </p:nvGraphicFramePr>
        <p:xfrm>
          <a:off x="1703387" y="1569314"/>
          <a:ext cx="7254319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3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94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 번호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admin</a:t>
                      </a:r>
                      <a:endParaRPr lang="ko-KR" altLang="en-US" sz="800" u="non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010-8888-7777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doobu001@naver.com</a:t>
                      </a:r>
                      <a:endParaRPr lang="ko-KR" altLang="en-US" sz="800" u="non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doobu001</a:t>
                      </a:r>
                      <a:endParaRPr lang="ko-KR" altLang="en-US" sz="800" u="non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doobu002@naver.com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doobu002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doobu003@naver.com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doobu003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doobu004@naver.com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doobu004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doobu005@naver.com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450C60-97CC-7214-43C5-17E18D928C75}"/>
              </a:ext>
            </a:extLst>
          </p:cNvPr>
          <p:cNvSpPr/>
          <p:nvPr/>
        </p:nvSpPr>
        <p:spPr bwMode="auto">
          <a:xfrm>
            <a:off x="1803228" y="205451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84DD585-4B3D-B0CA-A670-65697FE07D5E}"/>
              </a:ext>
            </a:extLst>
          </p:cNvPr>
          <p:cNvSpPr/>
          <p:nvPr/>
        </p:nvSpPr>
        <p:spPr bwMode="auto">
          <a:xfrm>
            <a:off x="1803228" y="228542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4109FA-A4A5-3873-324B-AF21A2F6F527}"/>
              </a:ext>
            </a:extLst>
          </p:cNvPr>
          <p:cNvSpPr/>
          <p:nvPr/>
        </p:nvSpPr>
        <p:spPr bwMode="auto">
          <a:xfrm>
            <a:off x="1803228" y="2497857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ACC1D2A-E2B3-B83A-CA73-8BE282076BF9}"/>
              </a:ext>
            </a:extLst>
          </p:cNvPr>
          <p:cNvSpPr/>
          <p:nvPr/>
        </p:nvSpPr>
        <p:spPr bwMode="auto">
          <a:xfrm>
            <a:off x="1803228" y="2709427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A97A73E-7AF7-F555-CE93-06B3511C7643}"/>
              </a:ext>
            </a:extLst>
          </p:cNvPr>
          <p:cNvSpPr/>
          <p:nvPr/>
        </p:nvSpPr>
        <p:spPr bwMode="auto">
          <a:xfrm>
            <a:off x="1803228" y="1633966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3" name="모서리가 둥근 직사각형 58">
            <a:extLst>
              <a:ext uri="{FF2B5EF4-FFF2-40B4-BE49-F238E27FC236}">
                <a16:creationId xmlns:a16="http://schemas.microsoft.com/office/drawing/2014/main" id="{C738E0B6-F346-595C-1F9C-D513AF227DAA}"/>
              </a:ext>
            </a:extLst>
          </p:cNvPr>
          <p:cNvSpPr/>
          <p:nvPr/>
        </p:nvSpPr>
        <p:spPr bwMode="auto">
          <a:xfrm>
            <a:off x="7856382" y="2991928"/>
            <a:ext cx="110132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신규 관리자 등록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263C608-7A4D-631C-1678-9E11C42423B5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3262944"/>
            <a:ext cx="7269025" cy="2890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모서리가 둥근 직사각형 59">
            <a:extLst>
              <a:ext uri="{FF2B5EF4-FFF2-40B4-BE49-F238E27FC236}">
                <a16:creationId xmlns:a16="http://schemas.microsoft.com/office/drawing/2014/main" id="{D224F1CF-CC8C-F85A-53D0-6F3D90A86AE8}"/>
              </a:ext>
            </a:extLst>
          </p:cNvPr>
          <p:cNvSpPr/>
          <p:nvPr/>
        </p:nvSpPr>
        <p:spPr bwMode="auto">
          <a:xfrm>
            <a:off x="1730547" y="300024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752727F-1446-DAFA-EEE1-80DAC83E73B7}"/>
              </a:ext>
            </a:extLst>
          </p:cNvPr>
          <p:cNvGrpSpPr/>
          <p:nvPr/>
        </p:nvGrpSpPr>
        <p:grpSpPr>
          <a:xfrm>
            <a:off x="5660605" y="3432583"/>
            <a:ext cx="208823" cy="145855"/>
            <a:chOff x="4789523" y="4931028"/>
            <a:chExt cx="208823" cy="145855"/>
          </a:xfrm>
        </p:grpSpPr>
        <p:sp>
          <p:nvSpPr>
            <p:cNvPr id="47" name="모서리가 둥근 직사각형 60">
              <a:extLst>
                <a:ext uri="{FF2B5EF4-FFF2-40B4-BE49-F238E27FC236}">
                  <a16:creationId xmlns:a16="http://schemas.microsoft.com/office/drawing/2014/main" id="{4B73F5EB-120E-3721-99C6-408CC71533D2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1DED00B-DA24-30F4-5DDA-F9A47D60077D}"/>
                </a:ext>
              </a:extLst>
            </p:cNvPr>
            <p:cNvSpPr txBox="1"/>
            <p:nvPr/>
          </p:nvSpPr>
          <p:spPr>
            <a:xfrm>
              <a:off x="4822128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D3B5741-82C8-4D24-0EBE-4A4A5C099E47}"/>
              </a:ext>
            </a:extLst>
          </p:cNvPr>
          <p:cNvGrpSpPr/>
          <p:nvPr/>
        </p:nvGrpSpPr>
        <p:grpSpPr>
          <a:xfrm>
            <a:off x="3948315" y="3432583"/>
            <a:ext cx="208823" cy="145855"/>
            <a:chOff x="4789523" y="4931028"/>
            <a:chExt cx="208823" cy="145855"/>
          </a:xfrm>
        </p:grpSpPr>
        <p:sp>
          <p:nvSpPr>
            <p:cNvPr id="50" name="모서리가 둥근 직사각형 63">
              <a:extLst>
                <a:ext uri="{FF2B5EF4-FFF2-40B4-BE49-F238E27FC236}">
                  <a16:creationId xmlns:a16="http://schemas.microsoft.com/office/drawing/2014/main" id="{CC924931-7BF8-047D-B524-81AE649059FC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D862C3D-037F-E65D-E51A-8E298F60E989}"/>
                </a:ext>
              </a:extLst>
            </p:cNvPr>
            <p:cNvSpPr txBox="1"/>
            <p:nvPr/>
          </p:nvSpPr>
          <p:spPr>
            <a:xfrm>
              <a:off x="4811154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996C5CE-EE5B-47D0-6BD8-38E86105171A}"/>
              </a:ext>
            </a:extLst>
          </p:cNvPr>
          <p:cNvSpPr/>
          <p:nvPr/>
        </p:nvSpPr>
        <p:spPr bwMode="auto">
          <a:xfrm>
            <a:off x="4265157" y="340693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kumimoji="1" lang="ko-KR" altLang="en-US" sz="800" b="1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C6FD086-5002-FC83-BC18-7113744A0CA6}"/>
              </a:ext>
            </a:extLst>
          </p:cNvPr>
          <p:cNvSpPr/>
          <p:nvPr/>
        </p:nvSpPr>
        <p:spPr bwMode="auto">
          <a:xfrm>
            <a:off x="4546938" y="340693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1F20088-AA80-B118-8620-1E0E0BB4F6ED}"/>
              </a:ext>
            </a:extLst>
          </p:cNvPr>
          <p:cNvSpPr/>
          <p:nvPr/>
        </p:nvSpPr>
        <p:spPr bwMode="auto">
          <a:xfrm>
            <a:off x="4828719" y="340693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E7ABDF3-231C-911B-79D3-9A450E10785E}"/>
              </a:ext>
            </a:extLst>
          </p:cNvPr>
          <p:cNvSpPr/>
          <p:nvPr/>
        </p:nvSpPr>
        <p:spPr bwMode="auto">
          <a:xfrm>
            <a:off x="5110500" y="340693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DCDD114-2DC6-161D-BBAC-00DBE721A04B}"/>
              </a:ext>
            </a:extLst>
          </p:cNvPr>
          <p:cNvSpPr/>
          <p:nvPr/>
        </p:nvSpPr>
        <p:spPr bwMode="auto">
          <a:xfrm>
            <a:off x="5392281" y="340693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58363AE-FBCB-8B78-BBB1-20D6B6512F91}"/>
              </a:ext>
            </a:extLst>
          </p:cNvPr>
          <p:cNvSpPr/>
          <p:nvPr/>
        </p:nvSpPr>
        <p:spPr bwMode="auto">
          <a:xfrm>
            <a:off x="1803228" y="1862568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2A5F9F3-7A34-F29D-F159-53515E035B96}"/>
              </a:ext>
            </a:extLst>
          </p:cNvPr>
          <p:cNvGrpSpPr/>
          <p:nvPr/>
        </p:nvGrpSpPr>
        <p:grpSpPr>
          <a:xfrm>
            <a:off x="5969682" y="3432583"/>
            <a:ext cx="291241" cy="145855"/>
            <a:chOff x="4789523" y="4931028"/>
            <a:chExt cx="291241" cy="145855"/>
          </a:xfrm>
        </p:grpSpPr>
        <p:sp>
          <p:nvSpPr>
            <p:cNvPr id="60" name="모서리가 둥근 직사각형 47">
              <a:extLst>
                <a:ext uri="{FF2B5EF4-FFF2-40B4-BE49-F238E27FC236}">
                  <a16:creationId xmlns:a16="http://schemas.microsoft.com/office/drawing/2014/main" id="{707909F0-A1D7-288B-A883-8C3BA44DAD08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3D62236-F015-3A8A-128E-28741F4D1A35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05C26FC-BE29-8DF6-3ECA-9C9CB8FF6502}"/>
              </a:ext>
            </a:extLst>
          </p:cNvPr>
          <p:cNvGrpSpPr/>
          <p:nvPr/>
        </p:nvGrpSpPr>
        <p:grpSpPr>
          <a:xfrm>
            <a:off x="3549855" y="3432583"/>
            <a:ext cx="291241" cy="145855"/>
            <a:chOff x="4789523" y="4931028"/>
            <a:chExt cx="291241" cy="145855"/>
          </a:xfrm>
        </p:grpSpPr>
        <p:sp>
          <p:nvSpPr>
            <p:cNvPr id="63" name="모서리가 둥근 직사각형 50">
              <a:extLst>
                <a:ext uri="{FF2B5EF4-FFF2-40B4-BE49-F238E27FC236}">
                  <a16:creationId xmlns:a16="http://schemas.microsoft.com/office/drawing/2014/main" id="{EC086912-37CF-954E-9B4D-0354378FB4A5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A5ECC1D-C006-1B97-EEF7-4412C7D2AB8F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65" name="Oval 109">
            <a:extLst>
              <a:ext uri="{FF2B5EF4-FFF2-40B4-BE49-F238E27FC236}">
                <a16:creationId xmlns:a16="http://schemas.microsoft.com/office/drawing/2014/main" id="{75E31C6A-E0F2-5028-F986-C038C9464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632" y="182455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66" name="Oval 109">
            <a:extLst>
              <a:ext uri="{FF2B5EF4-FFF2-40B4-BE49-F238E27FC236}">
                <a16:creationId xmlns:a16="http://schemas.microsoft.com/office/drawing/2014/main" id="{D878D072-0672-F459-E26A-91F27DB20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352" y="288933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9" name="Oval 109">
            <a:extLst>
              <a:ext uri="{FF2B5EF4-FFF2-40B4-BE49-F238E27FC236}">
                <a16:creationId xmlns:a16="http://schemas.microsoft.com/office/drawing/2014/main" id="{7442C7DF-CE9A-E753-F889-F7D3A3109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3811" y="29040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71" name="Oval 109">
            <a:extLst>
              <a:ext uri="{FF2B5EF4-FFF2-40B4-BE49-F238E27FC236}">
                <a16:creationId xmlns:a16="http://schemas.microsoft.com/office/drawing/2014/main" id="{500EFAB2-3369-9657-A841-2C4A41439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171" y="325620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72" name="Oval 109">
            <a:extLst>
              <a:ext uri="{FF2B5EF4-FFF2-40B4-BE49-F238E27FC236}">
                <a16:creationId xmlns:a16="http://schemas.microsoft.com/office/drawing/2014/main" id="{69A28E40-F9E4-464B-72A4-BC5C26D86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639" y="181066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74" name="Oval 109">
            <a:extLst>
              <a:ext uri="{FF2B5EF4-FFF2-40B4-BE49-F238E27FC236}">
                <a16:creationId xmlns:a16="http://schemas.microsoft.com/office/drawing/2014/main" id="{B4CA9AC5-F5F9-C3BC-65B4-3F26F3F4B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987" y="145544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927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6478-57FA-A432-D66B-4D86E4C1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EB85197-1EF2-11C5-CCB8-EFEE0B00A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697817"/>
              </p:ext>
            </p:extLst>
          </p:nvPr>
        </p:nvGraphicFramePr>
        <p:xfrm>
          <a:off x="9182101" y="947377"/>
          <a:ext cx="2795588" cy="239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아이디는 영문 또는 영문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+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숫자만 가능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나눔고딕" pitchFamily="50" charset="-127"/>
                          <a:ea typeface="나눔고딕" pitchFamily="50" charset="-127"/>
                        </a:rPr>
                        <a:t>6~10</a:t>
                      </a:r>
                      <a:r>
                        <a:rPr lang="ko-KR" altLang="en-US" sz="800" b="0" dirty="0">
                          <a:latin typeface="나눔고딕" pitchFamily="50" charset="-127"/>
                          <a:ea typeface="나눔고딕" pitchFamily="50" charset="-127"/>
                        </a:rPr>
                        <a:t>자의 영문</a:t>
                      </a:r>
                      <a:r>
                        <a:rPr lang="en-US" altLang="ko-KR" sz="800" b="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latin typeface="나눔고딕" pitchFamily="50" charset="-127"/>
                          <a:ea typeface="나눔고딕" pitchFamily="50" charset="-127"/>
                        </a:rPr>
                        <a:t>또는 영문</a:t>
                      </a:r>
                      <a:r>
                        <a:rPr lang="en-US" altLang="ko-KR" sz="800" b="0" dirty="0">
                          <a:latin typeface="나눔고딕" pitchFamily="50" charset="-127"/>
                          <a:ea typeface="나눔고딕" pitchFamily="50" charset="-127"/>
                        </a:rPr>
                        <a:t>+</a:t>
                      </a:r>
                      <a:r>
                        <a:rPr lang="ko-KR" altLang="en-US" sz="800" b="0" dirty="0">
                          <a:latin typeface="나눔고딕" pitchFamily="50" charset="-127"/>
                          <a:ea typeface="나눔고딕" pitchFamily="50" charset="-127"/>
                        </a:rPr>
                        <a:t>숫자 조합으로만 비밀번호 생성가능</a:t>
                      </a:r>
                      <a:endParaRPr lang="en-US" altLang="ko-KR" sz="80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셀렉트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Naver.com / Daum.net / Gmail.com /Nate.com</a:t>
                      </a:r>
                      <a:endParaRPr lang="en-US" altLang="ko-KR" sz="800" b="0" baseline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등록을 취소하고 목록으로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필수항목 입력 확인 후 입력내용 저장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필수항목 미입력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 후 등록버튼을 선택해주세요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21A8AAB-2D9D-5897-8A55-9272A67D5FB7}"/>
              </a:ext>
            </a:extLst>
          </p:cNvPr>
          <p:cNvSpPr/>
          <p:nvPr/>
        </p:nvSpPr>
        <p:spPr>
          <a:xfrm>
            <a:off x="959895" y="375614"/>
            <a:ext cx="169950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D23BA01-0A20-0AE7-8F21-D447935B8D28}"/>
              </a:ext>
            </a:extLst>
          </p:cNvPr>
          <p:cNvSpPr/>
          <p:nvPr/>
        </p:nvSpPr>
        <p:spPr bwMode="auto">
          <a:xfrm>
            <a:off x="154936" y="1449853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E699A4-6E84-DE39-7A4A-33B02412B10F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HNA_Admag_Regi_001</a:t>
            </a:r>
            <a:endParaRPr lang="ko-KR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AA289-6262-349A-BC29-B2C1F2F34DC8}"/>
              </a:ext>
            </a:extLst>
          </p:cNvPr>
          <p:cNvSpPr txBox="1"/>
          <p:nvPr/>
        </p:nvSpPr>
        <p:spPr>
          <a:xfrm>
            <a:off x="1589745" y="1188948"/>
            <a:ext cx="976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관리자 관리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2CB0A81-59E7-4725-DD6D-7B30EA618865}"/>
              </a:ext>
            </a:extLst>
          </p:cNvPr>
          <p:cNvCxnSpPr>
            <a:cxnSpLocks/>
          </p:cNvCxnSpPr>
          <p:nvPr/>
        </p:nvCxnSpPr>
        <p:spPr bwMode="auto">
          <a:xfrm>
            <a:off x="1773383" y="1426468"/>
            <a:ext cx="7177086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7870C29-2751-9FE4-FEE8-3D105FA54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528739"/>
              </p:ext>
            </p:extLst>
          </p:nvPr>
        </p:nvGraphicFramePr>
        <p:xfrm>
          <a:off x="1773383" y="1508377"/>
          <a:ext cx="7177086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7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4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10~16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자의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숫자와 영문 대 소문자 조합으로 사용하세요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확인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 번호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-                               -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863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-                @            -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97A3E5A2-C61F-4BE7-DF3D-77C3B62FF815}"/>
              </a:ext>
            </a:extLst>
          </p:cNvPr>
          <p:cNvSpPr/>
          <p:nvPr/>
        </p:nvSpPr>
        <p:spPr bwMode="auto">
          <a:xfrm>
            <a:off x="3313430" y="1535804"/>
            <a:ext cx="214312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8A945F-5233-5D7A-1BED-A38D2D1824CB}"/>
              </a:ext>
            </a:extLst>
          </p:cNvPr>
          <p:cNvSpPr/>
          <p:nvPr/>
        </p:nvSpPr>
        <p:spPr bwMode="auto">
          <a:xfrm>
            <a:off x="3313430" y="1764404"/>
            <a:ext cx="214312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63C687-2737-9B11-B940-12A87EFAABF0}"/>
              </a:ext>
            </a:extLst>
          </p:cNvPr>
          <p:cNvSpPr/>
          <p:nvPr/>
        </p:nvSpPr>
        <p:spPr bwMode="auto">
          <a:xfrm>
            <a:off x="3313430" y="1993004"/>
            <a:ext cx="214312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0ADFAE-082C-DF07-5E9C-487CB79B9E3F}"/>
              </a:ext>
            </a:extLst>
          </p:cNvPr>
          <p:cNvSpPr/>
          <p:nvPr/>
        </p:nvSpPr>
        <p:spPr bwMode="auto">
          <a:xfrm>
            <a:off x="3313430" y="2407596"/>
            <a:ext cx="214312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BE7847-EB87-4CB9-B513-63587524AB6B}"/>
              </a:ext>
            </a:extLst>
          </p:cNvPr>
          <p:cNvSpPr/>
          <p:nvPr/>
        </p:nvSpPr>
        <p:spPr bwMode="auto">
          <a:xfrm>
            <a:off x="4357134" y="2636477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D9CA54-2872-D7F5-7C6A-667B88FEE12B}"/>
              </a:ext>
            </a:extLst>
          </p:cNvPr>
          <p:cNvSpPr/>
          <p:nvPr/>
        </p:nvSpPr>
        <p:spPr bwMode="auto">
          <a:xfrm>
            <a:off x="5388306" y="2636477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모서리가 둥근 직사각형 63">
            <a:extLst>
              <a:ext uri="{FF2B5EF4-FFF2-40B4-BE49-F238E27FC236}">
                <a16:creationId xmlns:a16="http://schemas.microsoft.com/office/drawing/2014/main" id="{E69383F2-30FF-E60B-874A-9FE7FBA1807B}"/>
              </a:ext>
            </a:extLst>
          </p:cNvPr>
          <p:cNvSpPr/>
          <p:nvPr/>
        </p:nvSpPr>
        <p:spPr bwMode="auto">
          <a:xfrm>
            <a:off x="8361506" y="339508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20" name="모서리가 둥근 직사각형 64">
            <a:extLst>
              <a:ext uri="{FF2B5EF4-FFF2-40B4-BE49-F238E27FC236}">
                <a16:creationId xmlns:a16="http://schemas.microsoft.com/office/drawing/2014/main" id="{D59513DA-367F-51F8-4C0B-EE1D56F1FBB3}"/>
              </a:ext>
            </a:extLst>
          </p:cNvPr>
          <p:cNvSpPr/>
          <p:nvPr/>
        </p:nvSpPr>
        <p:spPr bwMode="auto">
          <a:xfrm>
            <a:off x="7666181" y="339508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C5FF5A-99AF-01E9-A591-F99528244912}"/>
              </a:ext>
            </a:extLst>
          </p:cNvPr>
          <p:cNvSpPr/>
          <p:nvPr/>
        </p:nvSpPr>
        <p:spPr bwMode="auto">
          <a:xfrm>
            <a:off x="3346829" y="2860705"/>
            <a:ext cx="1102554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5A81006-B609-12BB-C4AA-F296E61F3543}"/>
              </a:ext>
            </a:extLst>
          </p:cNvPr>
          <p:cNvSpPr/>
          <p:nvPr/>
        </p:nvSpPr>
        <p:spPr bwMode="auto">
          <a:xfrm>
            <a:off x="4720320" y="2860705"/>
            <a:ext cx="1102554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A35489-F15F-82D3-0423-3853C4D2A25E}"/>
              </a:ext>
            </a:extLst>
          </p:cNvPr>
          <p:cNvSpPr/>
          <p:nvPr/>
        </p:nvSpPr>
        <p:spPr bwMode="auto">
          <a:xfrm>
            <a:off x="5869822" y="2869941"/>
            <a:ext cx="1230790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직접입력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84425F9-49F1-1F5F-2C95-1FB917E4633C}"/>
              </a:ext>
            </a:extLst>
          </p:cNvPr>
          <p:cNvSpPr/>
          <p:nvPr/>
        </p:nvSpPr>
        <p:spPr bwMode="auto">
          <a:xfrm>
            <a:off x="6891446" y="2869941"/>
            <a:ext cx="209166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5B1E09-5FE4-2C9B-759D-50AEA83327FE}"/>
              </a:ext>
            </a:extLst>
          </p:cNvPr>
          <p:cNvSpPr txBox="1"/>
          <p:nvPr/>
        </p:nvSpPr>
        <p:spPr>
          <a:xfrm>
            <a:off x="1738625" y="3081923"/>
            <a:ext cx="32050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표시항목은 필수입력 항목입니다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Oval 109">
            <a:extLst>
              <a:ext uri="{FF2B5EF4-FFF2-40B4-BE49-F238E27FC236}">
                <a16:creationId xmlns:a16="http://schemas.microsoft.com/office/drawing/2014/main" id="{08019748-7ED8-22B7-E804-4AD46768B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630" y="168754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76" name="Oval 109">
            <a:extLst>
              <a:ext uri="{FF2B5EF4-FFF2-40B4-BE49-F238E27FC236}">
                <a16:creationId xmlns:a16="http://schemas.microsoft.com/office/drawing/2014/main" id="{9018C0F3-CC0C-544C-79DD-151F7EEE3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630" y="200575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77" name="Oval 109">
            <a:extLst>
              <a:ext uri="{FF2B5EF4-FFF2-40B4-BE49-F238E27FC236}">
                <a16:creationId xmlns:a16="http://schemas.microsoft.com/office/drawing/2014/main" id="{E69043A0-EE6F-0194-9F43-45190A08B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90" y="277430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81" name="Oval 109">
            <a:extLst>
              <a:ext uri="{FF2B5EF4-FFF2-40B4-BE49-F238E27FC236}">
                <a16:creationId xmlns:a16="http://schemas.microsoft.com/office/drawing/2014/main" id="{DDF6B72E-CC9F-29A0-D589-19EF89ECF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495" y="323839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82" name="Oval 109">
            <a:extLst>
              <a:ext uri="{FF2B5EF4-FFF2-40B4-BE49-F238E27FC236}">
                <a16:creationId xmlns:a16="http://schemas.microsoft.com/office/drawing/2014/main" id="{DBA2C0E1-6391-84BE-8EF9-773AEF420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506" y="323839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7861CE8-66BC-3B15-385C-8FA08ECF43AC}"/>
              </a:ext>
            </a:extLst>
          </p:cNvPr>
          <p:cNvSpPr/>
          <p:nvPr/>
        </p:nvSpPr>
        <p:spPr bwMode="auto">
          <a:xfrm>
            <a:off x="3350867" y="2636476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39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9E8B-171F-1EFD-BDB5-5C6FDFDD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D1E284A-DAD9-7ABA-6061-829FC3AE8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742414"/>
              </p:ext>
            </p:extLst>
          </p:nvPr>
        </p:nvGraphicFramePr>
        <p:xfrm>
          <a:off x="9182101" y="947377"/>
          <a:ext cx="2795588" cy="191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후 삭제처리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나눔고딕" pitchFamily="50" charset="-127"/>
                          <a:ea typeface="나눔고딕" pitchFamily="50" charset="-127"/>
                        </a:rPr>
                        <a:t>수정 선택 시</a:t>
                      </a:r>
                      <a:r>
                        <a:rPr lang="en-US" altLang="ko-KR" sz="800" b="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latin typeface="나눔고딕" pitchFamily="50" charset="-127"/>
                          <a:ea typeface="나눔고딕" pitchFamily="50" charset="-127"/>
                        </a:rPr>
                        <a:t>수정화면으로 이동</a:t>
                      </a:r>
                      <a:endParaRPr lang="en-US" altLang="ko-KR" sz="80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6E5BAB7-FA62-BCDB-5B34-FE84556B85F7}"/>
              </a:ext>
            </a:extLst>
          </p:cNvPr>
          <p:cNvSpPr/>
          <p:nvPr/>
        </p:nvSpPr>
        <p:spPr>
          <a:xfrm>
            <a:off x="959895" y="375614"/>
            <a:ext cx="169950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A2B83C3-BC77-9C5C-3296-261708EFF612}"/>
              </a:ext>
            </a:extLst>
          </p:cNvPr>
          <p:cNvSpPr/>
          <p:nvPr/>
        </p:nvSpPr>
        <p:spPr bwMode="auto">
          <a:xfrm>
            <a:off x="154936" y="1449853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E4A206-70DE-CF22-B765-F3F1F2608E75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HNA_Admag_view_001</a:t>
            </a:r>
            <a:endParaRPr lang="ko-KR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E35F4-AE13-99A8-C8F5-3F7DA555D8D7}"/>
              </a:ext>
            </a:extLst>
          </p:cNvPr>
          <p:cNvSpPr txBox="1"/>
          <p:nvPr/>
        </p:nvSpPr>
        <p:spPr>
          <a:xfrm>
            <a:off x="1589745" y="1188948"/>
            <a:ext cx="976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관리자 관리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9571CBA-799C-1A1C-B792-6C7456821E9D}"/>
              </a:ext>
            </a:extLst>
          </p:cNvPr>
          <p:cNvCxnSpPr>
            <a:cxnSpLocks/>
          </p:cNvCxnSpPr>
          <p:nvPr/>
        </p:nvCxnSpPr>
        <p:spPr bwMode="auto">
          <a:xfrm>
            <a:off x="1773383" y="1426468"/>
            <a:ext cx="7177086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6116540-0667-7636-AE1F-B72A92AEE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632212"/>
              </p:ext>
            </p:extLst>
          </p:nvPr>
        </p:nvGraphicFramePr>
        <p:xfrm>
          <a:off x="1773383" y="1508377"/>
          <a:ext cx="7177086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7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박보검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doobu001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****************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08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 번호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010-8888-8888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863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doobu001@naver.com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모서리가 둥근 직사각형 63">
            <a:extLst>
              <a:ext uri="{FF2B5EF4-FFF2-40B4-BE49-F238E27FC236}">
                <a16:creationId xmlns:a16="http://schemas.microsoft.com/office/drawing/2014/main" id="{6AE8BACD-B764-3761-6E2A-B8A1A5330681}"/>
              </a:ext>
            </a:extLst>
          </p:cNvPr>
          <p:cNvSpPr/>
          <p:nvPr/>
        </p:nvSpPr>
        <p:spPr bwMode="auto">
          <a:xfrm>
            <a:off x="8361506" y="285896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20" name="모서리가 둥근 직사각형 64">
            <a:extLst>
              <a:ext uri="{FF2B5EF4-FFF2-40B4-BE49-F238E27FC236}">
                <a16:creationId xmlns:a16="http://schemas.microsoft.com/office/drawing/2014/main" id="{C65779FC-B07D-34B8-C1A8-99E3E494929E}"/>
              </a:ext>
            </a:extLst>
          </p:cNvPr>
          <p:cNvSpPr/>
          <p:nvPr/>
        </p:nvSpPr>
        <p:spPr bwMode="auto">
          <a:xfrm>
            <a:off x="7666181" y="285896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5" name="모서리가 둥근 직사각형 64">
            <a:extLst>
              <a:ext uri="{FF2B5EF4-FFF2-40B4-BE49-F238E27FC236}">
                <a16:creationId xmlns:a16="http://schemas.microsoft.com/office/drawing/2014/main" id="{557A3C31-1151-CED2-C617-ED2CAD25A87B}"/>
              </a:ext>
            </a:extLst>
          </p:cNvPr>
          <p:cNvSpPr/>
          <p:nvPr/>
        </p:nvSpPr>
        <p:spPr bwMode="auto">
          <a:xfrm>
            <a:off x="6961402" y="285896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73" name="Oval 109">
            <a:extLst>
              <a:ext uri="{FF2B5EF4-FFF2-40B4-BE49-F238E27FC236}">
                <a16:creationId xmlns:a16="http://schemas.microsoft.com/office/drawing/2014/main" id="{E6611C47-C976-B918-7F51-D0029AC7B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690" y="270226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lang="en-US" altLang="ko-KR" sz="729" b="1" dirty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5" name="Oval 109">
            <a:extLst>
              <a:ext uri="{FF2B5EF4-FFF2-40B4-BE49-F238E27FC236}">
                <a16:creationId xmlns:a16="http://schemas.microsoft.com/office/drawing/2014/main" id="{F319B248-969A-707E-3B20-7725EE85C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566" y="27022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76" name="Oval 109">
            <a:extLst>
              <a:ext uri="{FF2B5EF4-FFF2-40B4-BE49-F238E27FC236}">
                <a16:creationId xmlns:a16="http://schemas.microsoft.com/office/drawing/2014/main" id="{5F3AE347-5646-521F-CED6-50FC5FD3D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1359" y="27022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49894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6AA6-A9A3-938C-9D51-EE870C067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D3C9637-FC0C-0EC3-F26E-EFBFCECF1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8427"/>
              </p:ext>
            </p:extLst>
          </p:nvPr>
        </p:nvGraphicFramePr>
        <p:xfrm>
          <a:off x="9182101" y="947377"/>
          <a:ext cx="2795588" cy="215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입력된 내용을 저장하지 않고 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필수 입력항목 확인 후 수정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필수항목 미입력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 후 등록버튼을 선택해주세요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15A8FFF-C476-83D1-A88C-577B8B4683B0}"/>
              </a:ext>
            </a:extLst>
          </p:cNvPr>
          <p:cNvSpPr/>
          <p:nvPr/>
        </p:nvSpPr>
        <p:spPr>
          <a:xfrm>
            <a:off x="959895" y="375614"/>
            <a:ext cx="16626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관리자관리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868D747-F3CD-9590-E288-6D8D8D09F46A}"/>
              </a:ext>
            </a:extLst>
          </p:cNvPr>
          <p:cNvSpPr/>
          <p:nvPr/>
        </p:nvSpPr>
        <p:spPr bwMode="auto">
          <a:xfrm>
            <a:off x="154936" y="1449853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EE6E9A-0B59-6A97-DF45-4813F49F93B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HNA_Admag_Modi_001</a:t>
            </a:r>
            <a:endParaRPr lang="ko-KR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02B69-EB0A-86DD-2C4C-B069F74692EB}"/>
              </a:ext>
            </a:extLst>
          </p:cNvPr>
          <p:cNvSpPr txBox="1"/>
          <p:nvPr/>
        </p:nvSpPr>
        <p:spPr>
          <a:xfrm>
            <a:off x="1589745" y="1188948"/>
            <a:ext cx="976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관리자 관리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8A7686F-3922-A9F4-0A07-5425EDBA3955}"/>
              </a:ext>
            </a:extLst>
          </p:cNvPr>
          <p:cNvCxnSpPr>
            <a:cxnSpLocks/>
          </p:cNvCxnSpPr>
          <p:nvPr/>
        </p:nvCxnSpPr>
        <p:spPr bwMode="auto">
          <a:xfrm>
            <a:off x="1773383" y="1426468"/>
            <a:ext cx="7177086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모서리가 둥근 직사각형 63">
            <a:extLst>
              <a:ext uri="{FF2B5EF4-FFF2-40B4-BE49-F238E27FC236}">
                <a16:creationId xmlns:a16="http://schemas.microsoft.com/office/drawing/2014/main" id="{2F55F4CB-0547-E2BF-DA58-35B391D10024}"/>
              </a:ext>
            </a:extLst>
          </p:cNvPr>
          <p:cNvSpPr/>
          <p:nvPr/>
        </p:nvSpPr>
        <p:spPr bwMode="auto">
          <a:xfrm>
            <a:off x="8361506" y="3243356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16" name="모서리가 둥근 직사각형 64">
            <a:extLst>
              <a:ext uri="{FF2B5EF4-FFF2-40B4-BE49-F238E27FC236}">
                <a16:creationId xmlns:a16="http://schemas.microsoft.com/office/drawing/2014/main" id="{6D539B53-FBAA-FA4F-53DB-D0DE0D14C302}"/>
              </a:ext>
            </a:extLst>
          </p:cNvPr>
          <p:cNvSpPr/>
          <p:nvPr/>
        </p:nvSpPr>
        <p:spPr bwMode="auto">
          <a:xfrm>
            <a:off x="7666181" y="3243356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232E64-13F6-4C87-A3D4-41F209A403F5}"/>
              </a:ext>
            </a:extLst>
          </p:cNvPr>
          <p:cNvSpPr txBox="1"/>
          <p:nvPr/>
        </p:nvSpPr>
        <p:spPr>
          <a:xfrm>
            <a:off x="1738625" y="3181459"/>
            <a:ext cx="32050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(*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표시항목은 필수입력 항목입니다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Oval 109">
            <a:extLst>
              <a:ext uri="{FF2B5EF4-FFF2-40B4-BE49-F238E27FC236}">
                <a16:creationId xmlns:a16="http://schemas.microsoft.com/office/drawing/2014/main" id="{011A5A6B-6134-A116-D3BE-E5D0FE9A4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495" y="308666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0" name="Oval 109">
            <a:extLst>
              <a:ext uri="{FF2B5EF4-FFF2-40B4-BE49-F238E27FC236}">
                <a16:creationId xmlns:a16="http://schemas.microsoft.com/office/drawing/2014/main" id="{1CA8A35C-0AC9-5020-19E2-3002DC657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506" y="308666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7870C29-2751-9FE4-FEE8-3D105FA54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031265"/>
              </p:ext>
            </p:extLst>
          </p:nvPr>
        </p:nvGraphicFramePr>
        <p:xfrm>
          <a:off x="1773383" y="1508377"/>
          <a:ext cx="7177086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7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doobu001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4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10~16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자의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숫자와 영문 대 소문자 조합으로 사용하세요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확인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 번호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-                               -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863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-                @            -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97A3E5A2-C61F-4BE7-DF3D-77C3B62FF815}"/>
              </a:ext>
            </a:extLst>
          </p:cNvPr>
          <p:cNvSpPr/>
          <p:nvPr/>
        </p:nvSpPr>
        <p:spPr bwMode="auto">
          <a:xfrm>
            <a:off x="3313430" y="1535804"/>
            <a:ext cx="214312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 err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박보검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863C687-2737-9B11-B940-12A87EFAABF0}"/>
              </a:ext>
            </a:extLst>
          </p:cNvPr>
          <p:cNvSpPr/>
          <p:nvPr/>
        </p:nvSpPr>
        <p:spPr bwMode="auto">
          <a:xfrm>
            <a:off x="3313430" y="1993004"/>
            <a:ext cx="214312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************</a:t>
            </a:r>
            <a:endParaRPr kumimoji="1" lang="ko-KR" altLang="en-US" sz="10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50ADFAE-082C-DF07-5E9C-487CB79B9E3F}"/>
              </a:ext>
            </a:extLst>
          </p:cNvPr>
          <p:cNvSpPr/>
          <p:nvPr/>
        </p:nvSpPr>
        <p:spPr bwMode="auto">
          <a:xfrm>
            <a:off x="3313430" y="2407596"/>
            <a:ext cx="214312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************</a:t>
            </a:r>
            <a:endParaRPr kumimoji="1" lang="ko-KR" altLang="en-US" sz="10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CBE7847-EB87-4CB9-B513-63587524AB6B}"/>
              </a:ext>
            </a:extLst>
          </p:cNvPr>
          <p:cNvSpPr/>
          <p:nvPr/>
        </p:nvSpPr>
        <p:spPr bwMode="auto">
          <a:xfrm>
            <a:off x="4357134" y="2636477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9999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AD9CA54-2872-D7F5-7C6A-667B88FEE12B}"/>
              </a:ext>
            </a:extLst>
          </p:cNvPr>
          <p:cNvSpPr/>
          <p:nvPr/>
        </p:nvSpPr>
        <p:spPr bwMode="auto">
          <a:xfrm>
            <a:off x="5388306" y="2636477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7777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0C5FF5A-99AF-01E9-A591-F99528244912}"/>
              </a:ext>
            </a:extLst>
          </p:cNvPr>
          <p:cNvSpPr/>
          <p:nvPr/>
        </p:nvSpPr>
        <p:spPr bwMode="auto">
          <a:xfrm>
            <a:off x="3346829" y="2860705"/>
            <a:ext cx="1102554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abc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5A81006-B609-12BB-C4AA-F296E61F3543}"/>
              </a:ext>
            </a:extLst>
          </p:cNvPr>
          <p:cNvSpPr/>
          <p:nvPr/>
        </p:nvSpPr>
        <p:spPr bwMode="auto">
          <a:xfrm>
            <a:off x="4720320" y="2860705"/>
            <a:ext cx="1102554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Naver.com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CA35489-F15F-82D3-0423-3853C4D2A25E}"/>
              </a:ext>
            </a:extLst>
          </p:cNvPr>
          <p:cNvSpPr/>
          <p:nvPr/>
        </p:nvSpPr>
        <p:spPr bwMode="auto">
          <a:xfrm>
            <a:off x="5869822" y="2869941"/>
            <a:ext cx="1230790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직접입력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84425F9-49F1-1F5F-2C95-1FB917E4633C}"/>
              </a:ext>
            </a:extLst>
          </p:cNvPr>
          <p:cNvSpPr/>
          <p:nvPr/>
        </p:nvSpPr>
        <p:spPr bwMode="auto">
          <a:xfrm>
            <a:off x="6891446" y="2869941"/>
            <a:ext cx="209166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7861CE8-66BC-3B15-385C-8FA08ECF43AC}"/>
              </a:ext>
            </a:extLst>
          </p:cNvPr>
          <p:cNvSpPr/>
          <p:nvPr/>
        </p:nvSpPr>
        <p:spPr bwMode="auto">
          <a:xfrm>
            <a:off x="3350867" y="2636476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010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205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C2-85A0-2CCF-8B6B-262B053E4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C85FB-899E-BEC8-F8B4-4C2351BA6B13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03.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1373271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1004-1FE9-B91B-B63D-CDEC4ED6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F430EA-50D1-C0AD-B0C2-5E43C4011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11604"/>
              </p:ext>
            </p:extLst>
          </p:nvPr>
        </p:nvGraphicFramePr>
        <p:xfrm>
          <a:off x="9182101" y="947377"/>
          <a:ext cx="2795588" cy="366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총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회원수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셀렉트 박스 선택 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이름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이메일 노출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 입력 후 검색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 결과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 결과가 없을 시 테이블 내에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검색결과가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전체 게시물 선택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나눔고딕" pitchFamily="50" charset="-127"/>
                          <a:ea typeface="나눔고딕" pitchFamily="50" charset="-127"/>
                        </a:rPr>
                        <a:t>해당 게시물만 선택</a:t>
                      </a:r>
                      <a:endParaRPr lang="en-US" altLang="ko-KR" sz="80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latin typeface="나눔고딕" pitchFamily="50" charset="-127"/>
                          <a:ea typeface="나눔고딕" pitchFamily="50" charset="-127"/>
                        </a:rPr>
                        <a:t>행선택</a:t>
                      </a:r>
                      <a:r>
                        <a:rPr lang="ko-KR" altLang="en-US" sz="800" b="0" dirty="0">
                          <a:latin typeface="나눔고딕" pitchFamily="50" charset="-127"/>
                          <a:ea typeface="나눔고딕" pitchFamily="50" charset="-127"/>
                        </a:rPr>
                        <a:t> 시 해당 회원의 상세 화면으로 이동</a:t>
                      </a:r>
                      <a:endParaRPr lang="en-US" altLang="ko-KR" sz="80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체크된 게시물 삭제 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버튼 비활성화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 후 삭제 버튼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클릭시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dirty="0"/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65669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0051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768733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528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081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FCA2F8F-B998-E50A-AD97-C1392DB59CA9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98101-75EA-A8C4-7CE2-A958E2EF3C16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회원관리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391D059-8680-D9E4-413A-800D95B0B31B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6F213B0-CCB7-9CD3-A6AA-5C0C1ABC4026}"/>
              </a:ext>
            </a:extLst>
          </p:cNvPr>
          <p:cNvSpPr/>
          <p:nvPr/>
        </p:nvSpPr>
        <p:spPr bwMode="auto">
          <a:xfrm>
            <a:off x="154936" y="1875672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A28A79-4A05-0BD7-D0F9-82D4337B5B0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HNA_Memmag_List_001</a:t>
            </a:r>
            <a:endParaRPr lang="ko-KR" altLang="en-US" sz="800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FB632A-9698-C698-75E7-67F1B3901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929624"/>
              </p:ext>
            </p:extLst>
          </p:nvPr>
        </p:nvGraphicFramePr>
        <p:xfrm>
          <a:off x="1703384" y="1916952"/>
          <a:ext cx="726902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931">
                  <a:extLst>
                    <a:ext uri="{9D8B030D-6E8A-4147-A177-3AD203B41FA5}">
                      <a16:colId xmlns:a16="http://schemas.microsoft.com/office/drawing/2014/main" val="2224954158"/>
                    </a:ext>
                  </a:extLst>
                </a:gridCol>
                <a:gridCol w="1194318">
                  <a:extLst>
                    <a:ext uri="{9D8B030D-6E8A-4147-A177-3AD203B41FA5}">
                      <a16:colId xmlns:a16="http://schemas.microsoft.com/office/drawing/2014/main" val="391541378"/>
                    </a:ext>
                  </a:extLst>
                </a:gridCol>
                <a:gridCol w="1754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2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휴대전화번호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gildong11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u="non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gildong@abc.co.kr</a:t>
                      </a:r>
                      <a:endParaRPr lang="ko-KR" altLang="en-US" sz="800" u="non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gildong11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  <a:endParaRPr lang="ko-KR" altLang="en-US" sz="800" u="non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gildong11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gildong11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gildong11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Segoe UI" panose="020B0502040204020203" pitchFamily="34" charset="0"/>
                        </a:rPr>
                        <a:t>gildong11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  <a:endParaRPr lang="ko-KR" altLang="en-US" sz="800" u="non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010-8888-7777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41996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118656-7BC3-B4E2-8DB6-19122138EB35}"/>
              </a:ext>
            </a:extLst>
          </p:cNvPr>
          <p:cNvSpPr/>
          <p:nvPr/>
        </p:nvSpPr>
        <p:spPr bwMode="auto">
          <a:xfrm>
            <a:off x="1775520" y="241363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775520" y="2608412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775520" y="2821117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775520" y="3032687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873ED8B-76EF-09CE-93EC-6F86DEF18A1E}"/>
              </a:ext>
            </a:extLst>
          </p:cNvPr>
          <p:cNvSpPr/>
          <p:nvPr/>
        </p:nvSpPr>
        <p:spPr bwMode="auto">
          <a:xfrm>
            <a:off x="1775520" y="198160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8D30CBB-D722-0B6F-4536-C5611BE49E25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3706014"/>
            <a:ext cx="7269025" cy="2890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모서리가 둥근 직사각형 59">
            <a:extLst>
              <a:ext uri="{FF2B5EF4-FFF2-40B4-BE49-F238E27FC236}">
                <a16:creationId xmlns:a16="http://schemas.microsoft.com/office/drawing/2014/main" id="{4CE793D1-17D7-54BA-F8CB-426FC3796875}"/>
              </a:ext>
            </a:extLst>
          </p:cNvPr>
          <p:cNvSpPr/>
          <p:nvPr/>
        </p:nvSpPr>
        <p:spPr bwMode="auto">
          <a:xfrm>
            <a:off x="1730547" y="3480825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AAB31B8-7EEC-5D45-1D9E-B2F7720380A2}"/>
              </a:ext>
            </a:extLst>
          </p:cNvPr>
          <p:cNvGrpSpPr/>
          <p:nvPr/>
        </p:nvGrpSpPr>
        <p:grpSpPr>
          <a:xfrm>
            <a:off x="5660605" y="4108918"/>
            <a:ext cx="208823" cy="145855"/>
            <a:chOff x="4789523" y="4931028"/>
            <a:chExt cx="208823" cy="145855"/>
          </a:xfrm>
        </p:grpSpPr>
        <p:sp>
          <p:nvSpPr>
            <p:cNvPr id="47" name="모서리가 둥근 직사각형 60">
              <a:extLst>
                <a:ext uri="{FF2B5EF4-FFF2-40B4-BE49-F238E27FC236}">
                  <a16:creationId xmlns:a16="http://schemas.microsoft.com/office/drawing/2014/main" id="{65C5123E-B04B-2045-E609-EE1237B76101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E621C56-234C-72FC-99E5-70D4FA4F7488}"/>
                </a:ext>
              </a:extLst>
            </p:cNvPr>
            <p:cNvSpPr txBox="1"/>
            <p:nvPr/>
          </p:nvSpPr>
          <p:spPr>
            <a:xfrm>
              <a:off x="4822128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463F5F7-898E-8145-71FD-C57DD225F192}"/>
              </a:ext>
            </a:extLst>
          </p:cNvPr>
          <p:cNvGrpSpPr/>
          <p:nvPr/>
        </p:nvGrpSpPr>
        <p:grpSpPr>
          <a:xfrm>
            <a:off x="3948315" y="4108918"/>
            <a:ext cx="208823" cy="145855"/>
            <a:chOff x="4789523" y="4931028"/>
            <a:chExt cx="208823" cy="145855"/>
          </a:xfrm>
        </p:grpSpPr>
        <p:sp>
          <p:nvSpPr>
            <p:cNvPr id="50" name="모서리가 둥근 직사각형 63">
              <a:extLst>
                <a:ext uri="{FF2B5EF4-FFF2-40B4-BE49-F238E27FC236}">
                  <a16:creationId xmlns:a16="http://schemas.microsoft.com/office/drawing/2014/main" id="{FA718B1A-D429-AFFA-B5E0-793BD55CCFFF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1B20D7-F712-41D5-C267-CA869A5D072D}"/>
                </a:ext>
              </a:extLst>
            </p:cNvPr>
            <p:cNvSpPr txBox="1"/>
            <p:nvPr/>
          </p:nvSpPr>
          <p:spPr>
            <a:xfrm>
              <a:off x="4811154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CC2C3E7-AB10-5021-9E96-CFC52A59D468}"/>
              </a:ext>
            </a:extLst>
          </p:cNvPr>
          <p:cNvSpPr/>
          <p:nvPr/>
        </p:nvSpPr>
        <p:spPr bwMode="auto">
          <a:xfrm>
            <a:off x="4265157" y="408326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kumimoji="1" lang="ko-KR" altLang="en-US" sz="800" b="1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19267F1-35E2-668A-97C2-908321A7731E}"/>
              </a:ext>
            </a:extLst>
          </p:cNvPr>
          <p:cNvSpPr/>
          <p:nvPr/>
        </p:nvSpPr>
        <p:spPr bwMode="auto">
          <a:xfrm>
            <a:off x="4546938" y="408326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B262075-1C84-F304-B614-1BE796DF45D1}"/>
              </a:ext>
            </a:extLst>
          </p:cNvPr>
          <p:cNvSpPr/>
          <p:nvPr/>
        </p:nvSpPr>
        <p:spPr bwMode="auto">
          <a:xfrm>
            <a:off x="4828719" y="408326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525C81E-098F-A98B-12E3-129241BC0475}"/>
              </a:ext>
            </a:extLst>
          </p:cNvPr>
          <p:cNvSpPr/>
          <p:nvPr/>
        </p:nvSpPr>
        <p:spPr bwMode="auto">
          <a:xfrm>
            <a:off x="5110500" y="408326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47ECD7-D1BA-38A4-52CA-B74F905FE0CB}"/>
              </a:ext>
            </a:extLst>
          </p:cNvPr>
          <p:cNvSpPr/>
          <p:nvPr/>
        </p:nvSpPr>
        <p:spPr bwMode="auto">
          <a:xfrm>
            <a:off x="5392281" y="408326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E16E051-79EC-0D55-8DC2-3B170876817A}"/>
              </a:ext>
            </a:extLst>
          </p:cNvPr>
          <p:cNvSpPr/>
          <p:nvPr/>
        </p:nvSpPr>
        <p:spPr bwMode="auto">
          <a:xfrm>
            <a:off x="1775520" y="2192357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5CB5F55-3BEC-85B5-E492-85EF6D24D0A7}"/>
              </a:ext>
            </a:extLst>
          </p:cNvPr>
          <p:cNvGrpSpPr/>
          <p:nvPr/>
        </p:nvGrpSpPr>
        <p:grpSpPr>
          <a:xfrm>
            <a:off x="5969682" y="4108918"/>
            <a:ext cx="291241" cy="145855"/>
            <a:chOff x="4789523" y="4931028"/>
            <a:chExt cx="291241" cy="145855"/>
          </a:xfrm>
        </p:grpSpPr>
        <p:sp>
          <p:nvSpPr>
            <p:cNvPr id="60" name="모서리가 둥근 직사각형 47">
              <a:extLst>
                <a:ext uri="{FF2B5EF4-FFF2-40B4-BE49-F238E27FC236}">
                  <a16:creationId xmlns:a16="http://schemas.microsoft.com/office/drawing/2014/main" id="{C412B4AB-C76D-4373-3BA6-6FB6C2B6AEB7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40CF68D-3005-37FE-B107-5371EABB569A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C090B22-B3A5-4A51-4046-65A70CF8B128}"/>
              </a:ext>
            </a:extLst>
          </p:cNvPr>
          <p:cNvGrpSpPr/>
          <p:nvPr/>
        </p:nvGrpSpPr>
        <p:grpSpPr>
          <a:xfrm>
            <a:off x="3549855" y="4108918"/>
            <a:ext cx="291241" cy="145855"/>
            <a:chOff x="4789523" y="4931028"/>
            <a:chExt cx="291241" cy="145855"/>
          </a:xfrm>
        </p:grpSpPr>
        <p:sp>
          <p:nvSpPr>
            <p:cNvPr id="63" name="모서리가 둥근 직사각형 50">
              <a:extLst>
                <a:ext uri="{FF2B5EF4-FFF2-40B4-BE49-F238E27FC236}">
                  <a16:creationId xmlns:a16="http://schemas.microsoft.com/office/drawing/2014/main" id="{F9F0EEAC-E2A4-D4CA-0BC9-3ADE29574B23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4666C5-1469-C71A-FD6C-C2FB6EDFF13E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65" name="Oval 109">
            <a:extLst>
              <a:ext uri="{FF2B5EF4-FFF2-40B4-BE49-F238E27FC236}">
                <a16:creationId xmlns:a16="http://schemas.microsoft.com/office/drawing/2014/main" id="{ADAE9F47-1CB3-478B-C30A-6EB5CC443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653" y="223703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66" name="Oval 109">
            <a:extLst>
              <a:ext uri="{FF2B5EF4-FFF2-40B4-BE49-F238E27FC236}">
                <a16:creationId xmlns:a16="http://schemas.microsoft.com/office/drawing/2014/main" id="{D9E95D82-3433-4F0C-9228-2B1D4B459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352" y="343456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67" name="Oval 109">
            <a:extLst>
              <a:ext uri="{FF2B5EF4-FFF2-40B4-BE49-F238E27FC236}">
                <a16:creationId xmlns:a16="http://schemas.microsoft.com/office/drawing/2014/main" id="{B6F7483A-7AD8-904F-15EC-AB6AA918A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963" y="216622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74" name="Oval 109">
            <a:extLst>
              <a:ext uri="{FF2B5EF4-FFF2-40B4-BE49-F238E27FC236}">
                <a16:creationId xmlns:a16="http://schemas.microsoft.com/office/drawing/2014/main" id="{2F3BDD90-FEEC-1FC6-4487-6672E75BA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075" y="184789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5" name="Oval 109">
            <a:extLst>
              <a:ext uri="{FF2B5EF4-FFF2-40B4-BE49-F238E27FC236}">
                <a16:creationId xmlns:a16="http://schemas.microsoft.com/office/drawing/2014/main" id="{5C337350-B4F6-C94E-7686-613C6677A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300" y="154326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1587395-C58B-55F0-48AB-DF55FD52385C}"/>
              </a:ext>
            </a:extLst>
          </p:cNvPr>
          <p:cNvSpPr/>
          <p:nvPr/>
        </p:nvSpPr>
        <p:spPr bwMode="auto">
          <a:xfrm>
            <a:off x="6648012" y="1658888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모서리가 둥근 직사각형 65">
            <a:extLst>
              <a:ext uri="{FF2B5EF4-FFF2-40B4-BE49-F238E27FC236}">
                <a16:creationId xmlns:a16="http://schemas.microsoft.com/office/drawing/2014/main" id="{2E06A5CF-E795-0104-D325-DC9B843FED68}"/>
              </a:ext>
            </a:extLst>
          </p:cNvPr>
          <p:cNvSpPr/>
          <p:nvPr/>
        </p:nvSpPr>
        <p:spPr bwMode="auto">
          <a:xfrm>
            <a:off x="8368124" y="1658888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1A3AB14-F5A7-012D-A22E-31A1E2B8774E}"/>
              </a:ext>
            </a:extLst>
          </p:cNvPr>
          <p:cNvGrpSpPr/>
          <p:nvPr/>
        </p:nvGrpSpPr>
        <p:grpSpPr>
          <a:xfrm>
            <a:off x="5511542" y="1668124"/>
            <a:ext cx="1093669" cy="186673"/>
            <a:chOff x="3798377" y="1887597"/>
            <a:chExt cx="1426495" cy="17903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DA6817D-2B4E-B328-CAC1-4E4B9FF4D5FE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선택하세요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34FE338-3419-1976-F890-71AD782BCFCB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31" name="Oval 109">
            <a:extLst>
              <a:ext uri="{FF2B5EF4-FFF2-40B4-BE49-F238E27FC236}">
                <a16:creationId xmlns:a16="http://schemas.microsoft.com/office/drawing/2014/main" id="{92FF98B8-8CBB-6452-3334-379465213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4770" y="15098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774486" y="3278967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FCB30E-C192-409C-3DFF-52E93657FDFD}"/>
              </a:ext>
            </a:extLst>
          </p:cNvPr>
          <p:cNvSpPr txBox="1"/>
          <p:nvPr/>
        </p:nvSpPr>
        <p:spPr>
          <a:xfrm>
            <a:off x="1703386" y="1636273"/>
            <a:ext cx="32272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회원 수 </a:t>
            </a:r>
            <a:r>
              <a:rPr lang="en-US" altLang="ko-KR" sz="800" b="1" dirty="0"/>
              <a:t>: </a:t>
            </a:r>
            <a:r>
              <a:rPr lang="en-US" altLang="ko-KR" sz="900" b="1" dirty="0"/>
              <a:t>00 </a:t>
            </a:r>
            <a:r>
              <a:rPr lang="ko-KR" altLang="en-US" sz="900" b="1" dirty="0"/>
              <a:t>명</a:t>
            </a:r>
          </a:p>
        </p:txBody>
      </p:sp>
      <p:sp>
        <p:nvSpPr>
          <p:cNvPr id="30" name="Oval 109">
            <a:extLst>
              <a:ext uri="{FF2B5EF4-FFF2-40B4-BE49-F238E27FC236}">
                <a16:creationId xmlns:a16="http://schemas.microsoft.com/office/drawing/2014/main" id="{4ACFB164-5297-0D84-428A-947193ED2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2343" y="153831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14071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1FF33-F094-09BE-421D-0D015D62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E64FCA9-357D-F386-7039-A5FF2A16F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98478"/>
              </p:ext>
            </p:extLst>
          </p:nvPr>
        </p:nvGraphicFramePr>
        <p:xfrm>
          <a:off x="9182101" y="947377"/>
          <a:ext cx="2795588" cy="2795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후 삭제처리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dirty="0"/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2-1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삭제 선택 시 노출되는 </a:t>
                      </a:r>
                      <a:r>
                        <a:rPr lang="en-US" altLang="ko-KR" sz="800" dirty="0"/>
                        <a:t>Alert</a:t>
                      </a:r>
                      <a:r>
                        <a:rPr lang="ko-KR" altLang="en-US" sz="800" dirty="0"/>
                        <a:t> 창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9283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2-2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취소 버튼 선택 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삭제하지 않고 팝업 닫힘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88782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2-3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확인 선택 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삭제 처리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1104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수정화면으로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4EBA0EE-ADE4-4160-004E-FCBDAD8CFAD8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회원관리 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F41C4F0-5A8C-1BD0-12EE-CDD4C1289036}"/>
              </a:ext>
            </a:extLst>
          </p:cNvPr>
          <p:cNvSpPr/>
          <p:nvPr/>
        </p:nvSpPr>
        <p:spPr bwMode="auto">
          <a:xfrm>
            <a:off x="146138" y="1894216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B0C1EA-66F6-5C96-A0A7-CA0698819F0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HNA_Memmag_View_001</a:t>
            </a:r>
            <a:endParaRPr lang="ko-KR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F5E19-0DCB-C50E-1143-138ACDA17D8D}"/>
              </a:ext>
            </a:extLst>
          </p:cNvPr>
          <p:cNvSpPr txBox="1"/>
          <p:nvPr/>
        </p:nvSpPr>
        <p:spPr>
          <a:xfrm>
            <a:off x="1589745" y="1188948"/>
            <a:ext cx="856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회원 관리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3881AF8-15F7-CA8D-6407-A6AC48D6A87A}"/>
              </a:ext>
            </a:extLst>
          </p:cNvPr>
          <p:cNvCxnSpPr>
            <a:cxnSpLocks/>
          </p:cNvCxnSpPr>
          <p:nvPr/>
        </p:nvCxnSpPr>
        <p:spPr bwMode="auto">
          <a:xfrm>
            <a:off x="1773383" y="1426468"/>
            <a:ext cx="7177086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E5E24FB-3A5C-64B8-0F74-363C1FDA0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58250"/>
              </p:ext>
            </p:extLst>
          </p:nvPr>
        </p:nvGraphicFramePr>
        <p:xfrm>
          <a:off x="1773383" y="1508377"/>
          <a:ext cx="7177086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7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gildong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홍길동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96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번호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010-9999-8888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gildong@abc.co.kr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208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2026-04-11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모서리가 둥근 직사각형 63">
            <a:extLst>
              <a:ext uri="{FF2B5EF4-FFF2-40B4-BE49-F238E27FC236}">
                <a16:creationId xmlns:a16="http://schemas.microsoft.com/office/drawing/2014/main" id="{8CEC40D3-B947-05A4-EE44-1B545F68734E}"/>
              </a:ext>
            </a:extLst>
          </p:cNvPr>
          <p:cNvSpPr/>
          <p:nvPr/>
        </p:nvSpPr>
        <p:spPr bwMode="auto">
          <a:xfrm>
            <a:off x="8361506" y="278245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20" name="모서리가 둥근 직사각형 64">
            <a:extLst>
              <a:ext uri="{FF2B5EF4-FFF2-40B4-BE49-F238E27FC236}">
                <a16:creationId xmlns:a16="http://schemas.microsoft.com/office/drawing/2014/main" id="{A2996272-B841-5859-9E7B-3C6E61520584}"/>
              </a:ext>
            </a:extLst>
          </p:cNvPr>
          <p:cNvSpPr/>
          <p:nvPr/>
        </p:nvSpPr>
        <p:spPr bwMode="auto">
          <a:xfrm>
            <a:off x="7666181" y="278245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81" name="Oval 109">
            <a:extLst>
              <a:ext uri="{FF2B5EF4-FFF2-40B4-BE49-F238E27FC236}">
                <a16:creationId xmlns:a16="http://schemas.microsoft.com/office/drawing/2014/main" id="{D68B788B-4EB6-9C90-29B5-E9BBBAD07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495" y="262575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82" name="Oval 109">
            <a:extLst>
              <a:ext uri="{FF2B5EF4-FFF2-40B4-BE49-F238E27FC236}">
                <a16:creationId xmlns:a16="http://schemas.microsoft.com/office/drawing/2014/main" id="{43D20C72-2ED1-D913-88D4-C278D839B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506" y="262575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1" name="모서리가 둥근 직사각형 64">
            <a:extLst>
              <a:ext uri="{FF2B5EF4-FFF2-40B4-BE49-F238E27FC236}">
                <a16:creationId xmlns:a16="http://schemas.microsoft.com/office/drawing/2014/main" id="{A83C4BAA-242F-4EBF-AD35-F4993469A215}"/>
              </a:ext>
            </a:extLst>
          </p:cNvPr>
          <p:cNvSpPr/>
          <p:nvPr/>
        </p:nvSpPr>
        <p:spPr bwMode="auto">
          <a:xfrm>
            <a:off x="6955536" y="278245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12" name="Oval 109">
            <a:extLst>
              <a:ext uri="{FF2B5EF4-FFF2-40B4-BE49-F238E27FC236}">
                <a16:creationId xmlns:a16="http://schemas.microsoft.com/office/drawing/2014/main" id="{15D84855-92C1-E8F1-3AB6-593B423FA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635" y="262575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B48ED2-CE0D-28C0-0D01-2C308D7BFB12}"/>
              </a:ext>
            </a:extLst>
          </p:cNvPr>
          <p:cNvSpPr/>
          <p:nvPr/>
        </p:nvSpPr>
        <p:spPr>
          <a:xfrm>
            <a:off x="9388747" y="4664007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B07FB74-29C7-2763-6030-6BE591205629}"/>
              </a:ext>
            </a:extLst>
          </p:cNvPr>
          <p:cNvCxnSpPr/>
          <p:nvPr/>
        </p:nvCxnSpPr>
        <p:spPr>
          <a:xfrm>
            <a:off x="9388747" y="4894917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8C305CC-A881-F59C-AAD2-DAF6698E40EA}"/>
              </a:ext>
            </a:extLst>
          </p:cNvPr>
          <p:cNvSpPr txBox="1"/>
          <p:nvPr/>
        </p:nvSpPr>
        <p:spPr>
          <a:xfrm>
            <a:off x="11411396" y="4664008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20ADB5-3036-1D27-38BC-1C981408B2EE}"/>
              </a:ext>
            </a:extLst>
          </p:cNvPr>
          <p:cNvSpPr txBox="1"/>
          <p:nvPr/>
        </p:nvSpPr>
        <p:spPr>
          <a:xfrm>
            <a:off x="9388747" y="4682479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E82DED-C822-366A-0F1F-8686BE293199}"/>
              </a:ext>
            </a:extLst>
          </p:cNvPr>
          <p:cNvSpPr txBox="1"/>
          <p:nvPr/>
        </p:nvSpPr>
        <p:spPr>
          <a:xfrm>
            <a:off x="9453399" y="4978046"/>
            <a:ext cx="21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삭제하시면 데이터를 되돌릴 수 없습니다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정말 삭제하시겠습니까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?”</a:t>
            </a:r>
            <a:endParaRPr lang="ko-KR" altLang="en-US" sz="900" dirty="0"/>
          </a:p>
        </p:txBody>
      </p:sp>
      <p:sp>
        <p:nvSpPr>
          <p:cNvPr id="38" name="모서리가 둥근 직사각형 86">
            <a:extLst>
              <a:ext uri="{FF2B5EF4-FFF2-40B4-BE49-F238E27FC236}">
                <a16:creationId xmlns:a16="http://schemas.microsoft.com/office/drawing/2014/main" id="{69CC69E4-C105-A525-7F57-1AA45F09B12F}"/>
              </a:ext>
            </a:extLst>
          </p:cNvPr>
          <p:cNvSpPr/>
          <p:nvPr/>
        </p:nvSpPr>
        <p:spPr bwMode="auto">
          <a:xfrm>
            <a:off x="9784150" y="541264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39" name="모서리가 둥근 직사각형 86">
            <a:extLst>
              <a:ext uri="{FF2B5EF4-FFF2-40B4-BE49-F238E27FC236}">
                <a16:creationId xmlns:a16="http://schemas.microsoft.com/office/drawing/2014/main" id="{C156723D-B7C0-994D-2D47-4440177840B2}"/>
              </a:ext>
            </a:extLst>
          </p:cNvPr>
          <p:cNvSpPr/>
          <p:nvPr/>
        </p:nvSpPr>
        <p:spPr bwMode="auto">
          <a:xfrm>
            <a:off x="10418746" y="541945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42" name="Oval 109">
            <a:extLst>
              <a:ext uri="{FF2B5EF4-FFF2-40B4-BE49-F238E27FC236}">
                <a16:creationId xmlns:a16="http://schemas.microsoft.com/office/drawing/2014/main" id="{F6EF5720-C604-23E2-7DD9-520CEFF69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4256" y="45545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2-1</a:t>
            </a:r>
          </a:p>
        </p:txBody>
      </p:sp>
      <p:sp>
        <p:nvSpPr>
          <p:cNvPr id="43" name="Oval 109">
            <a:extLst>
              <a:ext uri="{FF2B5EF4-FFF2-40B4-BE49-F238E27FC236}">
                <a16:creationId xmlns:a16="http://schemas.microsoft.com/office/drawing/2014/main" id="{52318233-DFC6-4F2A-3682-F20FBD80F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371" y="538610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2-2</a:t>
            </a:r>
          </a:p>
        </p:txBody>
      </p:sp>
      <p:sp>
        <p:nvSpPr>
          <p:cNvPr id="44" name="Oval 109">
            <a:extLst>
              <a:ext uri="{FF2B5EF4-FFF2-40B4-BE49-F238E27FC236}">
                <a16:creationId xmlns:a16="http://schemas.microsoft.com/office/drawing/2014/main" id="{08BBD39F-2485-4CD8-254A-1970C289A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8849" y="53473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2-3</a:t>
            </a:r>
          </a:p>
        </p:txBody>
      </p:sp>
    </p:spTree>
    <p:extLst>
      <p:ext uri="{BB962C8B-B14F-4D97-AF65-F5344CB8AC3E}">
        <p14:creationId xmlns:p14="http://schemas.microsoft.com/office/powerpoint/2010/main" val="3539147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A409-DC49-5CB1-E027-E8A8DB293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72ADC45-FEF0-E750-76DF-B4E7D8CC9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257229"/>
              </p:ext>
            </p:extLst>
          </p:nvPr>
        </p:nvGraphicFramePr>
        <p:xfrm>
          <a:off x="1773383" y="1508377"/>
          <a:ext cx="7177086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7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gildong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96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휴대전화 번호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-                               -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@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208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2026-04-10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48E2C34-3B7B-3F60-DF7B-1CA283D66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460811"/>
              </p:ext>
            </p:extLst>
          </p:nvPr>
        </p:nvGraphicFramePr>
        <p:xfrm>
          <a:off x="9182101" y="947377"/>
          <a:ext cx="2795588" cy="2294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입력된 내용을 저장하지 않고 목록화면으로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필수항목 입력 확인 후 입력내용 저장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필수항목 미입력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 후 등록버튼을 선택해주세요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230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9439A47-B89B-3C17-999B-7B39A41116AE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회원관리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DB0406-1BEB-068C-CCFA-AE5FF9C407B7}"/>
              </a:ext>
            </a:extLst>
          </p:cNvPr>
          <p:cNvSpPr/>
          <p:nvPr/>
        </p:nvSpPr>
        <p:spPr bwMode="auto">
          <a:xfrm>
            <a:off x="146138" y="1876290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28D14C-926C-2423-DEB7-E6A50F63CE7E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HNA_Memmag_Modi_001</a:t>
            </a:r>
            <a:endParaRPr lang="ko-KR" altLang="en-US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007AFF-AD9C-99EB-0FC8-C056057EEAD6}"/>
              </a:ext>
            </a:extLst>
          </p:cNvPr>
          <p:cNvSpPr txBox="1"/>
          <p:nvPr/>
        </p:nvSpPr>
        <p:spPr>
          <a:xfrm>
            <a:off x="1589745" y="1188948"/>
            <a:ext cx="856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회원 관리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BCB68A6-CE22-1949-49CE-31C6C3F66DD3}"/>
              </a:ext>
            </a:extLst>
          </p:cNvPr>
          <p:cNvCxnSpPr>
            <a:cxnSpLocks/>
          </p:cNvCxnSpPr>
          <p:nvPr/>
        </p:nvCxnSpPr>
        <p:spPr bwMode="auto">
          <a:xfrm>
            <a:off x="1773383" y="1426468"/>
            <a:ext cx="7177086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0E680B-B9C7-92D3-2FF1-9BEBA478EA86}"/>
              </a:ext>
            </a:extLst>
          </p:cNvPr>
          <p:cNvSpPr/>
          <p:nvPr/>
        </p:nvSpPr>
        <p:spPr bwMode="auto">
          <a:xfrm>
            <a:off x="4302033" y="2002614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8888</a:t>
            </a:r>
            <a:endParaRPr kumimoji="1" lang="ko-KR" altLang="en-US" sz="9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99CD64-410B-38B5-7888-5E05B33DD154}"/>
              </a:ext>
            </a:extLst>
          </p:cNvPr>
          <p:cNvSpPr/>
          <p:nvPr/>
        </p:nvSpPr>
        <p:spPr bwMode="auto">
          <a:xfrm>
            <a:off x="5333205" y="2002614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7777</a:t>
            </a:r>
            <a:endParaRPr kumimoji="1" lang="ko-KR" altLang="en-US" sz="9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모서리가 둥근 직사각형 63">
            <a:extLst>
              <a:ext uri="{FF2B5EF4-FFF2-40B4-BE49-F238E27FC236}">
                <a16:creationId xmlns:a16="http://schemas.microsoft.com/office/drawing/2014/main" id="{5B4D3C93-47E7-0846-8AEF-08D76FCF3235}"/>
              </a:ext>
            </a:extLst>
          </p:cNvPr>
          <p:cNvSpPr/>
          <p:nvPr/>
        </p:nvSpPr>
        <p:spPr bwMode="auto">
          <a:xfrm>
            <a:off x="8334611" y="278310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20" name="모서리가 둥근 직사각형 64">
            <a:extLst>
              <a:ext uri="{FF2B5EF4-FFF2-40B4-BE49-F238E27FC236}">
                <a16:creationId xmlns:a16="http://schemas.microsoft.com/office/drawing/2014/main" id="{BCD04E73-FF7E-9F2E-099E-E3071329F659}"/>
              </a:ext>
            </a:extLst>
          </p:cNvPr>
          <p:cNvSpPr/>
          <p:nvPr/>
        </p:nvSpPr>
        <p:spPr bwMode="auto">
          <a:xfrm>
            <a:off x="7639286" y="278310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6CD55A-8590-047C-1E69-1B7EEEDE277B}"/>
              </a:ext>
            </a:extLst>
          </p:cNvPr>
          <p:cNvSpPr txBox="1"/>
          <p:nvPr/>
        </p:nvSpPr>
        <p:spPr>
          <a:xfrm>
            <a:off x="1665296" y="2708469"/>
            <a:ext cx="32050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8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표시항목은 필수입력 항목입니다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Oval 109">
            <a:extLst>
              <a:ext uri="{FF2B5EF4-FFF2-40B4-BE49-F238E27FC236}">
                <a16:creationId xmlns:a16="http://schemas.microsoft.com/office/drawing/2014/main" id="{15904564-DE38-A4D8-41E4-3A009C150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600" y="262640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82" name="Oval 109">
            <a:extLst>
              <a:ext uri="{FF2B5EF4-FFF2-40B4-BE49-F238E27FC236}">
                <a16:creationId xmlns:a16="http://schemas.microsoft.com/office/drawing/2014/main" id="{0375FDAB-0AE9-709C-A070-E0CCFAE41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611" y="262640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4510D17-F715-1931-7FA0-B7E831BE89A9}"/>
              </a:ext>
            </a:extLst>
          </p:cNvPr>
          <p:cNvSpPr/>
          <p:nvPr/>
        </p:nvSpPr>
        <p:spPr bwMode="auto">
          <a:xfrm>
            <a:off x="3295766" y="2002613"/>
            <a:ext cx="813707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010</a:t>
            </a:r>
            <a:endParaRPr kumimoji="1" lang="ko-KR" altLang="en-US" sz="9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945AB0-3441-7627-E7D5-10062430A88A}"/>
              </a:ext>
            </a:extLst>
          </p:cNvPr>
          <p:cNvSpPr/>
          <p:nvPr/>
        </p:nvSpPr>
        <p:spPr bwMode="auto">
          <a:xfrm>
            <a:off x="3277570" y="1777675"/>
            <a:ext cx="214312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홍길동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961857-EA78-22B1-CD01-4AB0193BC7C6}"/>
              </a:ext>
            </a:extLst>
          </p:cNvPr>
          <p:cNvSpPr/>
          <p:nvPr/>
        </p:nvSpPr>
        <p:spPr bwMode="auto">
          <a:xfrm>
            <a:off x="3292227" y="2209675"/>
            <a:ext cx="1102554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 gildong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A887CBB-B421-9823-42D0-4551004F1A1E}"/>
              </a:ext>
            </a:extLst>
          </p:cNvPr>
          <p:cNvSpPr/>
          <p:nvPr/>
        </p:nvSpPr>
        <p:spPr bwMode="auto">
          <a:xfrm>
            <a:off x="4665718" y="2209675"/>
            <a:ext cx="1102554" cy="17903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abc.co.kr</a:t>
            </a:r>
            <a:endParaRPr lang="ko-KR" altLang="en-US" sz="900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AF56F26-AE44-8651-C3DB-B8C375AC785D}"/>
              </a:ext>
            </a:extLst>
          </p:cNvPr>
          <p:cNvGrpSpPr/>
          <p:nvPr/>
        </p:nvGrpSpPr>
        <p:grpSpPr>
          <a:xfrm>
            <a:off x="5815220" y="2209675"/>
            <a:ext cx="1230790" cy="179035"/>
            <a:chOff x="5842114" y="3915917"/>
            <a:chExt cx="1230790" cy="179035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02C314BC-480B-7BA1-75BD-DA5053BB4D4A}"/>
                </a:ext>
              </a:extLst>
            </p:cNvPr>
            <p:cNvSpPr/>
            <p:nvPr/>
          </p:nvSpPr>
          <p:spPr bwMode="auto">
            <a:xfrm>
              <a:off x="5842114" y="391591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직접입력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6B6E949-2351-BFF9-CABE-44A264D4A2B9}"/>
                </a:ext>
              </a:extLst>
            </p:cNvPr>
            <p:cNvSpPr/>
            <p:nvPr/>
          </p:nvSpPr>
          <p:spPr bwMode="auto">
            <a:xfrm>
              <a:off x="6863738" y="391591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068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C729-483C-F3EC-1136-588FD6E5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623A0-8769-521F-B10E-65E751AB368F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03.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사이버 추모관</a:t>
            </a:r>
          </a:p>
        </p:txBody>
      </p:sp>
    </p:spTree>
    <p:extLst>
      <p:ext uri="{BB962C8B-B14F-4D97-AF65-F5344CB8AC3E}">
        <p14:creationId xmlns:p14="http://schemas.microsoft.com/office/powerpoint/2010/main" val="1734112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B445-B31B-4C3D-8424-2C18B9A1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EEE5843-5EDD-09A0-9BEF-8EA8A2B92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41135"/>
              </p:ext>
            </p:extLst>
          </p:nvPr>
        </p:nvGraphicFramePr>
        <p:xfrm>
          <a:off x="9182101" y="947377"/>
          <a:ext cx="2795588" cy="409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등록되어 있는 총 고인인 수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셀렉트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고인코드번호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 입력 후 검색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 결과화면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 체크 박스 선택됨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행에 체크 박스 선택 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 코드번호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D :Dead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01, 02 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하늘누리관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자연장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230301 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안치된 년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01 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일련번호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등록에서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등록하면 자동으로 故가 등록되어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구분은 하늘누리관과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자연장으로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구분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안치장소는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하늘누리관과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자연장의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구획 정의에 따라 구성함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현재는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미정임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예시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하늘누리관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OO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000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자연장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OO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000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기일은 고인의 돌아가신 날짜를 입력 관리한다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04799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체크박스 선택 후 삭제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하단의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917931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고인등록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 등록 화면으로 이동한다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43771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6810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90765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FF5FA65-B7C2-D215-AADC-3CE946AF48E2}"/>
              </a:ext>
            </a:extLst>
          </p:cNvPr>
          <p:cNvSpPr/>
          <p:nvPr/>
        </p:nvSpPr>
        <p:spPr>
          <a:xfrm>
            <a:off x="959895" y="375614"/>
            <a:ext cx="22573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49403A6-5B12-D599-515E-8901D91CA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83885"/>
              </p:ext>
            </p:extLst>
          </p:nvPr>
        </p:nvGraphicFramePr>
        <p:xfrm>
          <a:off x="1703388" y="1920738"/>
          <a:ext cx="7287314" cy="226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02">
                  <a:extLst>
                    <a:ext uri="{9D8B030D-6E8A-4147-A177-3AD203B41FA5}">
                      <a16:colId xmlns:a16="http://schemas.microsoft.com/office/drawing/2014/main" val="1658689657"/>
                    </a:ext>
                  </a:extLst>
                </a:gridCol>
                <a:gridCol w="1026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8">
                  <a:extLst>
                    <a:ext uri="{9D8B030D-6E8A-4147-A177-3AD203B41FA5}">
                      <a16:colId xmlns:a16="http://schemas.microsoft.com/office/drawing/2014/main" val="1469299564"/>
                    </a:ext>
                  </a:extLst>
                </a:gridCol>
                <a:gridCol w="1073021">
                  <a:extLst>
                    <a:ext uri="{9D8B030D-6E8A-4147-A177-3AD203B41FA5}">
                      <a16:colId xmlns:a16="http://schemas.microsoft.com/office/drawing/2014/main" val="3778820344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3170383038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891731">
                  <a:extLst>
                    <a:ext uri="{9D8B030D-6E8A-4147-A177-3AD203B41FA5}">
                      <a16:colId xmlns:a16="http://schemas.microsoft.com/office/drawing/2014/main" val="438225879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고인코드번호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고인명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안치장소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D0126030101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하늘누리관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D0226030101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김한국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자연장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구역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D0126030102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하늘누리관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D0226030102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김한국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자연장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구역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D0126030103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하늘누리관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D0226030103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김한국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자연장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구역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D0126030104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하늘누리관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D0226030104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김한국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자연장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구역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D0126030105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하늘누리관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D0226030105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故 김한국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자연장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구역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01(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836B01-3F5A-9659-1C6C-2B8D09A76176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고인관리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5AD83E-445F-9F97-DCD8-A3A9E915A52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모서리가 둥근 직사각형 65">
            <a:extLst>
              <a:ext uri="{FF2B5EF4-FFF2-40B4-BE49-F238E27FC236}">
                <a16:creationId xmlns:a16="http://schemas.microsoft.com/office/drawing/2014/main" id="{B0BA3D34-795B-3245-78E2-B6F8ACDD5021}"/>
              </a:ext>
            </a:extLst>
          </p:cNvPr>
          <p:cNvSpPr/>
          <p:nvPr/>
        </p:nvSpPr>
        <p:spPr bwMode="auto">
          <a:xfrm>
            <a:off x="8393112" y="432180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고인등록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3AFBB2B-1819-9A87-A4E9-79B208E1F2C1}"/>
              </a:ext>
            </a:extLst>
          </p:cNvPr>
          <p:cNvCxnSpPr>
            <a:cxnSpLocks/>
          </p:cNvCxnSpPr>
          <p:nvPr/>
        </p:nvCxnSpPr>
        <p:spPr bwMode="auto">
          <a:xfrm>
            <a:off x="1703388" y="4648205"/>
            <a:ext cx="7287312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6696E4C-A0B2-A4E0-4610-0A1FAC88FA2A}"/>
              </a:ext>
            </a:extLst>
          </p:cNvPr>
          <p:cNvGrpSpPr/>
          <p:nvPr/>
        </p:nvGrpSpPr>
        <p:grpSpPr>
          <a:xfrm>
            <a:off x="3774505" y="4768898"/>
            <a:ext cx="2711068" cy="190499"/>
            <a:chOff x="3256690" y="5483637"/>
            <a:chExt cx="2711068" cy="190499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A3AC5DA-5D04-1250-DB54-B5F17B833352}"/>
                </a:ext>
              </a:extLst>
            </p:cNvPr>
            <p:cNvGrpSpPr/>
            <p:nvPr/>
          </p:nvGrpSpPr>
          <p:grpSpPr>
            <a:xfrm>
              <a:off x="5358109" y="5509289"/>
              <a:ext cx="208823" cy="145855"/>
              <a:chOff x="4789523" y="4931028"/>
              <a:chExt cx="208823" cy="145855"/>
            </a:xfrm>
          </p:grpSpPr>
          <p:sp>
            <p:nvSpPr>
              <p:cNvPr id="30" name="모서리가 둥근 직사각형 71">
                <a:extLst>
                  <a:ext uri="{FF2B5EF4-FFF2-40B4-BE49-F238E27FC236}">
                    <a16:creationId xmlns:a16="http://schemas.microsoft.com/office/drawing/2014/main" id="{FADD9FF9-9B01-FFC8-E72A-321E7808E92E}"/>
                  </a:ext>
                </a:extLst>
              </p:cNvPr>
              <p:cNvSpPr/>
              <p:nvPr/>
            </p:nvSpPr>
            <p:spPr bwMode="auto">
              <a:xfrm>
                <a:off x="4789523" y="4931028"/>
                <a:ext cx="208823" cy="145855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ko-KR" altLang="en-US" sz="9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6CC8F3-426D-74A9-EE99-C692275BE042}"/>
                  </a:ext>
                </a:extLst>
              </p:cNvPr>
              <p:cNvSpPr txBox="1"/>
              <p:nvPr/>
            </p:nvSpPr>
            <p:spPr>
              <a:xfrm>
                <a:off x="4822128" y="4942247"/>
                <a:ext cx="15547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ko-KR" altLang="en-US" sz="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▶</a:t>
                </a:r>
                <a:endPara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ECEBB87-D5BD-3339-68B9-18D95D4284B1}"/>
                </a:ext>
              </a:extLst>
            </p:cNvPr>
            <p:cNvGrpSpPr/>
            <p:nvPr/>
          </p:nvGrpSpPr>
          <p:grpSpPr>
            <a:xfrm>
              <a:off x="3645819" y="5509289"/>
              <a:ext cx="208823" cy="145855"/>
              <a:chOff x="4789523" y="4931028"/>
              <a:chExt cx="208823" cy="145855"/>
            </a:xfrm>
          </p:grpSpPr>
          <p:sp>
            <p:nvSpPr>
              <p:cNvPr id="28" name="모서리가 둥근 직사각형 74">
                <a:extLst>
                  <a:ext uri="{FF2B5EF4-FFF2-40B4-BE49-F238E27FC236}">
                    <a16:creationId xmlns:a16="http://schemas.microsoft.com/office/drawing/2014/main" id="{3DFC6420-2328-D6B6-7727-0C7AC7BD0312}"/>
                  </a:ext>
                </a:extLst>
              </p:cNvPr>
              <p:cNvSpPr/>
              <p:nvPr/>
            </p:nvSpPr>
            <p:spPr bwMode="auto">
              <a:xfrm>
                <a:off x="4789523" y="4931028"/>
                <a:ext cx="208823" cy="145855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ko-KR" altLang="en-US" sz="9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EFC9C5-CE27-4739-01C3-C69342ED2FD0}"/>
                  </a:ext>
                </a:extLst>
              </p:cNvPr>
              <p:cNvSpPr txBox="1"/>
              <p:nvPr/>
            </p:nvSpPr>
            <p:spPr>
              <a:xfrm>
                <a:off x="4811154" y="4942247"/>
                <a:ext cx="15547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ko-KR" altLang="en-US" sz="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◀</a:t>
                </a:r>
                <a:endPara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7B4708F-9DA0-5E40-95B9-EC22D10E9D3E}"/>
                </a:ext>
              </a:extLst>
            </p:cNvPr>
            <p:cNvSpPr/>
            <p:nvPr/>
          </p:nvSpPr>
          <p:spPr bwMode="auto">
            <a:xfrm>
              <a:off x="3962661" y="5483637"/>
              <a:ext cx="190499" cy="1904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1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rgbClr val="FF0000"/>
                  </a:solidFill>
                  <a:latin typeface="나눔고딕" pitchFamily="50" charset="-127"/>
                  <a:ea typeface="나눔고딕" pitchFamily="50" charset="-127"/>
                </a:rPr>
                <a:t>1</a:t>
              </a:r>
              <a:endParaRPr kumimoji="1" lang="ko-KR" altLang="en-US" sz="800" b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8B7D35A-797F-735D-D3E7-388EC5EFF48D}"/>
                </a:ext>
              </a:extLst>
            </p:cNvPr>
            <p:cNvSpPr/>
            <p:nvPr/>
          </p:nvSpPr>
          <p:spPr bwMode="auto">
            <a:xfrm>
              <a:off x="4244442" y="5483637"/>
              <a:ext cx="190499" cy="1904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2</a:t>
              </a:r>
              <a:endParaRPr kumimoji="1" lang="ko-KR" altLang="en-US" sz="80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B38ED5-6F8A-4258-9D3C-7A7EFE6ABD09}"/>
                </a:ext>
              </a:extLst>
            </p:cNvPr>
            <p:cNvSpPr/>
            <p:nvPr/>
          </p:nvSpPr>
          <p:spPr bwMode="auto">
            <a:xfrm>
              <a:off x="4526223" y="5483637"/>
              <a:ext cx="190499" cy="1904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3</a:t>
              </a:r>
              <a:endParaRPr kumimoji="1" lang="ko-KR" altLang="en-US" sz="80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92E8B6B-43E1-5E67-FC0A-C10E4414753A}"/>
                </a:ext>
              </a:extLst>
            </p:cNvPr>
            <p:cNvSpPr/>
            <p:nvPr/>
          </p:nvSpPr>
          <p:spPr bwMode="auto">
            <a:xfrm>
              <a:off x="4808004" y="5483637"/>
              <a:ext cx="190499" cy="1904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4</a:t>
              </a:r>
              <a:endParaRPr kumimoji="1" lang="ko-KR" altLang="en-US" sz="80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3548D9B-9BA2-08FF-BE9F-8463A3EC3E06}"/>
                </a:ext>
              </a:extLst>
            </p:cNvPr>
            <p:cNvSpPr/>
            <p:nvPr/>
          </p:nvSpPr>
          <p:spPr bwMode="auto">
            <a:xfrm>
              <a:off x="5089785" y="5483637"/>
              <a:ext cx="190499" cy="1904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5</a:t>
              </a:r>
              <a:endParaRPr kumimoji="1" lang="ko-KR" altLang="en-US" sz="80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48C55B7-B722-A3CA-D977-B76292CBC096}"/>
                </a:ext>
              </a:extLst>
            </p:cNvPr>
            <p:cNvGrpSpPr/>
            <p:nvPr/>
          </p:nvGrpSpPr>
          <p:grpSpPr>
            <a:xfrm>
              <a:off x="5676517" y="5509289"/>
              <a:ext cx="291241" cy="145855"/>
              <a:chOff x="4789523" y="4931028"/>
              <a:chExt cx="291241" cy="145855"/>
            </a:xfrm>
          </p:grpSpPr>
          <p:sp>
            <p:nvSpPr>
              <p:cNvPr id="26" name="모서리가 둥근 직사각형 90">
                <a:extLst>
                  <a:ext uri="{FF2B5EF4-FFF2-40B4-BE49-F238E27FC236}">
                    <a16:creationId xmlns:a16="http://schemas.microsoft.com/office/drawing/2014/main" id="{7338DF34-E1C5-94EB-855A-B3C74FAF1922}"/>
                  </a:ext>
                </a:extLst>
              </p:cNvPr>
              <p:cNvSpPr/>
              <p:nvPr/>
            </p:nvSpPr>
            <p:spPr bwMode="auto">
              <a:xfrm>
                <a:off x="4789523" y="4931028"/>
                <a:ext cx="291241" cy="145855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ko-KR" altLang="en-US" sz="9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D2D2A82-CE5F-4CFD-ACF3-243212575C2F}"/>
                  </a:ext>
                </a:extLst>
              </p:cNvPr>
              <p:cNvSpPr txBox="1"/>
              <p:nvPr/>
            </p:nvSpPr>
            <p:spPr>
              <a:xfrm>
                <a:off x="4811454" y="4949363"/>
                <a:ext cx="258636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ko-KR" altLang="en-US" sz="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▶▶</a:t>
                </a:r>
                <a:endPara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286D5D5-52C6-907A-822B-E4320ECA1F77}"/>
                </a:ext>
              </a:extLst>
            </p:cNvPr>
            <p:cNvGrpSpPr/>
            <p:nvPr/>
          </p:nvGrpSpPr>
          <p:grpSpPr>
            <a:xfrm>
              <a:off x="3256690" y="5509289"/>
              <a:ext cx="291241" cy="145855"/>
              <a:chOff x="4789523" y="4931028"/>
              <a:chExt cx="291241" cy="145855"/>
            </a:xfrm>
          </p:grpSpPr>
          <p:sp>
            <p:nvSpPr>
              <p:cNvPr id="24" name="모서리가 둥근 직사각형 93">
                <a:extLst>
                  <a:ext uri="{FF2B5EF4-FFF2-40B4-BE49-F238E27FC236}">
                    <a16:creationId xmlns:a16="http://schemas.microsoft.com/office/drawing/2014/main" id="{E4CE49A8-38DB-8840-135C-503F4AE6454E}"/>
                  </a:ext>
                </a:extLst>
              </p:cNvPr>
              <p:cNvSpPr/>
              <p:nvPr/>
            </p:nvSpPr>
            <p:spPr bwMode="auto">
              <a:xfrm>
                <a:off x="4789523" y="4931028"/>
                <a:ext cx="291241" cy="145855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ko-KR" altLang="en-US" sz="9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B8637B-40AE-EA65-666C-D9E94AA67C59}"/>
                  </a:ext>
                </a:extLst>
              </p:cNvPr>
              <p:cNvSpPr txBox="1"/>
              <p:nvPr/>
            </p:nvSpPr>
            <p:spPr>
              <a:xfrm>
                <a:off x="4811454" y="4949363"/>
                <a:ext cx="258636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ko-KR" altLang="en-US" sz="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◀◀</a:t>
                </a:r>
                <a:endPara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E3FE801-0FB0-7A09-3C98-7EACC9FCAE66}"/>
              </a:ext>
            </a:extLst>
          </p:cNvPr>
          <p:cNvSpPr/>
          <p:nvPr/>
        </p:nvSpPr>
        <p:spPr bwMode="auto">
          <a:xfrm>
            <a:off x="146138" y="2356961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Oval 109">
            <a:extLst>
              <a:ext uri="{FF2B5EF4-FFF2-40B4-BE49-F238E27FC236}">
                <a16:creationId xmlns:a16="http://schemas.microsoft.com/office/drawing/2014/main" id="{0B3A9A6F-49DF-8050-D442-F76413205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144301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7" name="Oval 109">
            <a:extLst>
              <a:ext uri="{FF2B5EF4-FFF2-40B4-BE49-F238E27FC236}">
                <a16:creationId xmlns:a16="http://schemas.microsoft.com/office/drawing/2014/main" id="{929C3011-562F-661D-9197-274BE8DBF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571" y="214557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8" name="Oval 109">
            <a:extLst>
              <a:ext uri="{FF2B5EF4-FFF2-40B4-BE49-F238E27FC236}">
                <a16:creationId xmlns:a16="http://schemas.microsoft.com/office/drawing/2014/main" id="{FE100712-E50D-D244-EC0D-D3C37F37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5824" y="182940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39" name="Oval 109">
            <a:extLst>
              <a:ext uri="{FF2B5EF4-FFF2-40B4-BE49-F238E27FC236}">
                <a16:creationId xmlns:a16="http://schemas.microsoft.com/office/drawing/2014/main" id="{A23C105A-DB0A-D2AB-9055-AC5EBA30C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6712" y="417919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43578B-3BB9-24AB-F8FC-BC650985736C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HNA_Deadmag_List_001</a:t>
            </a:r>
            <a:endParaRPr lang="ko-KR" altLang="en-US" sz="800" dirty="0"/>
          </a:p>
        </p:txBody>
      </p:sp>
      <p:sp>
        <p:nvSpPr>
          <p:cNvPr id="9" name="Oval 109">
            <a:extLst>
              <a:ext uri="{FF2B5EF4-FFF2-40B4-BE49-F238E27FC236}">
                <a16:creationId xmlns:a16="http://schemas.microsoft.com/office/drawing/2014/main" id="{5F19A8F0-3B0E-29D8-369E-DB05A13F6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072" y="203305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1587395-C58B-55F0-48AB-DF55FD52385C}"/>
              </a:ext>
            </a:extLst>
          </p:cNvPr>
          <p:cNvSpPr/>
          <p:nvPr/>
        </p:nvSpPr>
        <p:spPr bwMode="auto">
          <a:xfrm>
            <a:off x="6648012" y="1658888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" name="모서리가 둥근 직사각형 65">
            <a:extLst>
              <a:ext uri="{FF2B5EF4-FFF2-40B4-BE49-F238E27FC236}">
                <a16:creationId xmlns:a16="http://schemas.microsoft.com/office/drawing/2014/main" id="{2E06A5CF-E795-0104-D325-DC9B843FED68}"/>
              </a:ext>
            </a:extLst>
          </p:cNvPr>
          <p:cNvSpPr/>
          <p:nvPr/>
        </p:nvSpPr>
        <p:spPr bwMode="auto">
          <a:xfrm>
            <a:off x="8368124" y="1658888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1A3AB14-F5A7-012D-A22E-31A1E2B8774E}"/>
              </a:ext>
            </a:extLst>
          </p:cNvPr>
          <p:cNvGrpSpPr/>
          <p:nvPr/>
        </p:nvGrpSpPr>
        <p:grpSpPr>
          <a:xfrm>
            <a:off x="5511542" y="1668124"/>
            <a:ext cx="1093669" cy="186673"/>
            <a:chOff x="3798377" y="1887597"/>
            <a:chExt cx="1426495" cy="17903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DA6817D-2B4E-B328-CAC1-4E4B9FF4D5FE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선택하세요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34FE338-3419-1976-F890-71AD782BCFCB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EFCB30E-C192-409C-3DFF-52E93657FDFD}"/>
              </a:ext>
            </a:extLst>
          </p:cNvPr>
          <p:cNvSpPr txBox="1"/>
          <p:nvPr/>
        </p:nvSpPr>
        <p:spPr>
          <a:xfrm>
            <a:off x="1703386" y="1636273"/>
            <a:ext cx="32272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총 고인등록 수 </a:t>
            </a:r>
            <a:r>
              <a:rPr lang="en-US" altLang="ko-KR" sz="800" b="1" dirty="0"/>
              <a:t>: </a:t>
            </a:r>
            <a:r>
              <a:rPr lang="en-US" altLang="ko-KR" sz="900" b="1" dirty="0"/>
              <a:t>100 </a:t>
            </a:r>
            <a:r>
              <a:rPr lang="ko-KR" altLang="en-US" sz="900" b="1" dirty="0"/>
              <a:t>명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E118656-7BC3-B4E2-8DB6-19122138EB35}"/>
              </a:ext>
            </a:extLst>
          </p:cNvPr>
          <p:cNvSpPr/>
          <p:nvPr/>
        </p:nvSpPr>
        <p:spPr bwMode="auto">
          <a:xfrm>
            <a:off x="1775520" y="238564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775520" y="2580419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775520" y="279312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775520" y="2995363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873ED8B-76EF-09CE-93EC-6F86DEF18A1E}"/>
              </a:ext>
            </a:extLst>
          </p:cNvPr>
          <p:cNvSpPr/>
          <p:nvPr/>
        </p:nvSpPr>
        <p:spPr bwMode="auto">
          <a:xfrm>
            <a:off x="1775520" y="198160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E16E051-79EC-0D55-8DC2-3B170876817A}"/>
              </a:ext>
            </a:extLst>
          </p:cNvPr>
          <p:cNvSpPr/>
          <p:nvPr/>
        </p:nvSpPr>
        <p:spPr bwMode="auto">
          <a:xfrm>
            <a:off x="1775520" y="2183026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774486" y="3213650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778624" y="3413952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778624" y="3607995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778624" y="3819565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777590" y="402852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5F19A8F0-3B0E-29D8-369E-DB05A13F6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924" y="205779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58" name="Oval 109">
            <a:extLst>
              <a:ext uri="{FF2B5EF4-FFF2-40B4-BE49-F238E27FC236}">
                <a16:creationId xmlns:a16="http://schemas.microsoft.com/office/drawing/2014/main" id="{5F19A8F0-3B0E-29D8-369E-DB05A13F6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5063" y="205779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8</a:t>
            </a:r>
          </a:p>
        </p:txBody>
      </p:sp>
      <p:sp>
        <p:nvSpPr>
          <p:cNvPr id="59" name="Oval 109">
            <a:extLst>
              <a:ext uri="{FF2B5EF4-FFF2-40B4-BE49-F238E27FC236}">
                <a16:creationId xmlns:a16="http://schemas.microsoft.com/office/drawing/2014/main" id="{5F19A8F0-3B0E-29D8-369E-DB05A13F6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343" y="206564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60" name="Oval 109">
            <a:extLst>
              <a:ext uri="{FF2B5EF4-FFF2-40B4-BE49-F238E27FC236}">
                <a16:creationId xmlns:a16="http://schemas.microsoft.com/office/drawing/2014/main" id="{5F19A8F0-3B0E-29D8-369E-DB05A13F6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122" y="207160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61" name="Oval 109">
            <a:extLst>
              <a:ext uri="{FF2B5EF4-FFF2-40B4-BE49-F238E27FC236}">
                <a16:creationId xmlns:a16="http://schemas.microsoft.com/office/drawing/2014/main" id="{A23C105A-DB0A-D2AB-9055-AC5EBA30C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302" y="269298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9</a:t>
            </a:r>
          </a:p>
        </p:txBody>
      </p:sp>
      <p:sp>
        <p:nvSpPr>
          <p:cNvPr id="62" name="모서리가 둥근 직사각형 65">
            <a:extLst>
              <a:ext uri="{FF2B5EF4-FFF2-40B4-BE49-F238E27FC236}">
                <a16:creationId xmlns:a16="http://schemas.microsoft.com/office/drawing/2014/main" id="{B0BA3D34-795B-3245-78E2-B6F8ACDD5021}"/>
              </a:ext>
            </a:extLst>
          </p:cNvPr>
          <p:cNvSpPr/>
          <p:nvPr/>
        </p:nvSpPr>
        <p:spPr bwMode="auto">
          <a:xfrm>
            <a:off x="1676145" y="429527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63" name="Oval 109">
            <a:extLst>
              <a:ext uri="{FF2B5EF4-FFF2-40B4-BE49-F238E27FC236}">
                <a16:creationId xmlns:a16="http://schemas.microsoft.com/office/drawing/2014/main" id="{A23C105A-DB0A-D2AB-9055-AC5EBA30C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745" y="415266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11</a:t>
            </a:r>
          </a:p>
        </p:txBody>
      </p:sp>
      <p:sp>
        <p:nvSpPr>
          <p:cNvPr id="64" name="Oval 109">
            <a:extLst>
              <a:ext uri="{FF2B5EF4-FFF2-40B4-BE49-F238E27FC236}">
                <a16:creationId xmlns:a16="http://schemas.microsoft.com/office/drawing/2014/main" id="{FE100712-E50D-D244-EC0D-D3C37F37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35" y="15034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65" name="Oval 109">
            <a:extLst>
              <a:ext uri="{FF2B5EF4-FFF2-40B4-BE49-F238E27FC236}">
                <a16:creationId xmlns:a16="http://schemas.microsoft.com/office/drawing/2014/main" id="{FE100712-E50D-D244-EC0D-D3C37F37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6712" y="15034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CB48ED2-CE0D-28C0-0D01-2C308D7BFB12}"/>
              </a:ext>
            </a:extLst>
          </p:cNvPr>
          <p:cNvSpPr/>
          <p:nvPr/>
        </p:nvSpPr>
        <p:spPr>
          <a:xfrm>
            <a:off x="9296592" y="5279828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B07FB74-29C7-2763-6030-6BE591205629}"/>
              </a:ext>
            </a:extLst>
          </p:cNvPr>
          <p:cNvCxnSpPr/>
          <p:nvPr/>
        </p:nvCxnSpPr>
        <p:spPr>
          <a:xfrm>
            <a:off x="9296592" y="5510738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8C305CC-A881-F59C-AAD2-DAF6698E40EA}"/>
              </a:ext>
            </a:extLst>
          </p:cNvPr>
          <p:cNvSpPr txBox="1"/>
          <p:nvPr/>
        </p:nvSpPr>
        <p:spPr>
          <a:xfrm>
            <a:off x="11319241" y="5279829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20ADB5-3036-1D27-38BC-1C981408B2EE}"/>
              </a:ext>
            </a:extLst>
          </p:cNvPr>
          <p:cNvSpPr txBox="1"/>
          <p:nvPr/>
        </p:nvSpPr>
        <p:spPr>
          <a:xfrm>
            <a:off x="9296592" y="5298300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E82DED-C822-366A-0F1F-8686BE293199}"/>
              </a:ext>
            </a:extLst>
          </p:cNvPr>
          <p:cNvSpPr txBox="1"/>
          <p:nvPr/>
        </p:nvSpPr>
        <p:spPr>
          <a:xfrm>
            <a:off x="9361244" y="5593867"/>
            <a:ext cx="21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삭제하시면 데이터를 되돌릴 수 없습니다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정말 삭제하시겠습니까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?”</a:t>
            </a:r>
            <a:endParaRPr lang="ko-KR" altLang="en-US" sz="900" dirty="0"/>
          </a:p>
        </p:txBody>
      </p:sp>
      <p:sp>
        <p:nvSpPr>
          <p:cNvPr id="71" name="모서리가 둥근 직사각형 86">
            <a:extLst>
              <a:ext uri="{FF2B5EF4-FFF2-40B4-BE49-F238E27FC236}">
                <a16:creationId xmlns:a16="http://schemas.microsoft.com/office/drawing/2014/main" id="{69CC69E4-C105-A525-7F57-1AA45F09B12F}"/>
              </a:ext>
            </a:extLst>
          </p:cNvPr>
          <p:cNvSpPr/>
          <p:nvPr/>
        </p:nvSpPr>
        <p:spPr bwMode="auto">
          <a:xfrm>
            <a:off x="9691995" y="6028463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72" name="모서리가 둥근 직사각형 86">
            <a:extLst>
              <a:ext uri="{FF2B5EF4-FFF2-40B4-BE49-F238E27FC236}">
                <a16:creationId xmlns:a16="http://schemas.microsoft.com/office/drawing/2014/main" id="{C156723D-B7C0-994D-2D47-4440177840B2}"/>
              </a:ext>
            </a:extLst>
          </p:cNvPr>
          <p:cNvSpPr/>
          <p:nvPr/>
        </p:nvSpPr>
        <p:spPr bwMode="auto">
          <a:xfrm>
            <a:off x="10326591" y="603528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2433800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7527-F8C6-4F3E-34CD-91B98FF0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41324D3-DF35-E919-2860-30B224E54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275524"/>
              </p:ext>
            </p:extLst>
          </p:nvPr>
        </p:nvGraphicFramePr>
        <p:xfrm>
          <a:off x="9182101" y="947377"/>
          <a:ext cx="2795588" cy="282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고인명 입력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구분 셀렉트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하늘 누리관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자연장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구분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영역을 선택에 따라 하늘 누리관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자연장의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하위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섹터구분이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노출됨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구분을 선택하지 않으면 비활성화 상태로 노출됨</a:t>
                      </a:r>
                      <a:endParaRPr lang="en-US" altLang="ko-KR" sz="800" b="1" baseline="0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구분 선택 후 구분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값에 맞는 하위 안치장소 섹터 구분이 노출되어 선택할 수 있도록 구성</a:t>
                      </a:r>
                      <a:endParaRPr lang="ko-KR" altLang="en-US" sz="800" b="1" dirty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고인이 돌아가신 날 입력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입력된 내용을 저장하지 않고 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검증 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고인관리에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등록됨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입력하지 않고 등록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 후 등록을 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7F779E7-15F0-5A0D-D9C6-691D12205190}"/>
              </a:ext>
            </a:extLst>
          </p:cNvPr>
          <p:cNvSpPr/>
          <p:nvPr/>
        </p:nvSpPr>
        <p:spPr>
          <a:xfrm>
            <a:off x="959895" y="375614"/>
            <a:ext cx="22573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011F4-6DBF-5389-A58C-0AA478479FDC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고인관리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09BFFC3-C5AC-3AE2-AB24-8A8CF74619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DE0443-0103-4041-1FBD-92DCA39DBE74}"/>
              </a:ext>
            </a:extLst>
          </p:cNvPr>
          <p:cNvSpPr/>
          <p:nvPr/>
        </p:nvSpPr>
        <p:spPr bwMode="auto">
          <a:xfrm>
            <a:off x="146138" y="2352391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E612099-48C9-E770-DE7A-05382BEF6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756295"/>
              </p:ext>
            </p:extLst>
          </p:nvPr>
        </p:nvGraphicFramePr>
        <p:xfrm>
          <a:off x="1704182" y="1529275"/>
          <a:ext cx="7211218" cy="9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3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고인명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안치장소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                                               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열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번호 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690094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년                                      월                                    일  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803404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F61438-F42B-A096-05FF-4513171A913B}"/>
              </a:ext>
            </a:extLst>
          </p:cNvPr>
          <p:cNvSpPr/>
          <p:nvPr/>
        </p:nvSpPr>
        <p:spPr>
          <a:xfrm>
            <a:off x="3363189" y="1572102"/>
            <a:ext cx="5448437" cy="1728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98DB7EE-8A3B-0966-42BC-1182BB79C2A5}"/>
              </a:ext>
            </a:extLst>
          </p:cNvPr>
          <p:cNvGrpSpPr/>
          <p:nvPr/>
        </p:nvGrpSpPr>
        <p:grpSpPr>
          <a:xfrm>
            <a:off x="3377382" y="1809186"/>
            <a:ext cx="1426495" cy="179035"/>
            <a:chOff x="3798377" y="1887597"/>
            <a:chExt cx="1426495" cy="179035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선택해주세요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34" name="Oval 109">
            <a:extLst>
              <a:ext uri="{FF2B5EF4-FFF2-40B4-BE49-F238E27FC236}">
                <a16:creationId xmlns:a16="http://schemas.microsoft.com/office/drawing/2014/main" id="{B4563F12-4BFE-E0FC-D747-991973656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256" y="146221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9" name="Oval 109">
            <a:extLst>
              <a:ext uri="{FF2B5EF4-FFF2-40B4-BE49-F238E27FC236}">
                <a16:creationId xmlns:a16="http://schemas.microsoft.com/office/drawing/2014/main" id="{7A8A6AA7-983F-9EF1-CF14-590CDB894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256" y="176678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3" name="모서리가 둥근 직사각형 86">
            <a:extLst>
              <a:ext uri="{FF2B5EF4-FFF2-40B4-BE49-F238E27FC236}">
                <a16:creationId xmlns:a16="http://schemas.microsoft.com/office/drawing/2014/main" id="{3F4666B0-E1A9-0D7F-525A-1EC8E14FC655}"/>
              </a:ext>
            </a:extLst>
          </p:cNvPr>
          <p:cNvSpPr/>
          <p:nvPr/>
        </p:nvSpPr>
        <p:spPr bwMode="auto">
          <a:xfrm>
            <a:off x="8326437" y="271419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44" name="모서리가 둥근 직사각형 87">
            <a:extLst>
              <a:ext uri="{FF2B5EF4-FFF2-40B4-BE49-F238E27FC236}">
                <a16:creationId xmlns:a16="http://schemas.microsoft.com/office/drawing/2014/main" id="{E2AE95A5-D328-CFF9-3932-16CA7880DF22}"/>
              </a:ext>
            </a:extLst>
          </p:cNvPr>
          <p:cNvSpPr/>
          <p:nvPr/>
        </p:nvSpPr>
        <p:spPr bwMode="auto">
          <a:xfrm>
            <a:off x="7631112" y="271419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5" name="Oval 109">
            <a:extLst>
              <a:ext uri="{FF2B5EF4-FFF2-40B4-BE49-F238E27FC236}">
                <a16:creationId xmlns:a16="http://schemas.microsoft.com/office/drawing/2014/main" id="{D75DC563-7261-A6D7-C959-D86A0D4A9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256" y="201918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6" name="Oval 109">
            <a:extLst>
              <a:ext uri="{FF2B5EF4-FFF2-40B4-BE49-F238E27FC236}">
                <a16:creationId xmlns:a16="http://schemas.microsoft.com/office/drawing/2014/main" id="{39350126-AFD8-6B03-4312-3A50A68A0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256" y="227279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23B8C5F4-73CB-8DDC-107B-BECBE1682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712" y="252465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86DC473E-2294-7629-11E9-9AD1253A5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437" y="251080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HNA_Deadmag_Regi_001</a:t>
            </a:r>
            <a:endParaRPr lang="ko-KR" altLang="en-US" sz="800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98DB7EE-8A3B-0966-42BC-1182BB79C2A5}"/>
              </a:ext>
            </a:extLst>
          </p:cNvPr>
          <p:cNvGrpSpPr/>
          <p:nvPr/>
        </p:nvGrpSpPr>
        <p:grpSpPr>
          <a:xfrm>
            <a:off x="3619975" y="2050360"/>
            <a:ext cx="1426495" cy="179035"/>
            <a:chOff x="3798377" y="1887597"/>
            <a:chExt cx="1426495" cy="179035"/>
          </a:xfrm>
          <a:solidFill>
            <a:schemeClr val="bg1">
              <a:lumMod val="95000"/>
            </a:schemeClr>
          </a:solidFill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grpFill/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선택해주세요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grpFill/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AADA751-C8B5-3127-2EBA-7494F420FBD1}"/>
              </a:ext>
            </a:extLst>
          </p:cNvPr>
          <p:cNvSpPr/>
          <p:nvPr/>
        </p:nvSpPr>
        <p:spPr>
          <a:xfrm>
            <a:off x="5370725" y="2045071"/>
            <a:ext cx="582208" cy="1843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AADA751-C8B5-3127-2EBA-7494F420FBD1}"/>
              </a:ext>
            </a:extLst>
          </p:cNvPr>
          <p:cNvSpPr/>
          <p:nvPr/>
        </p:nvSpPr>
        <p:spPr>
          <a:xfrm>
            <a:off x="6484785" y="2055885"/>
            <a:ext cx="582208" cy="1843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3377382" y="2294133"/>
            <a:ext cx="1053269" cy="179035"/>
            <a:chOff x="3377382" y="2294133"/>
            <a:chExt cx="1053269" cy="17903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377382" y="2294133"/>
              <a:ext cx="840055" cy="17643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4221485" y="2294133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4699294" y="2284784"/>
            <a:ext cx="1053269" cy="179035"/>
            <a:chOff x="3377382" y="2294133"/>
            <a:chExt cx="1053269" cy="179035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377382" y="2294133"/>
              <a:ext cx="840055" cy="17643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4221485" y="2294133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5958150" y="2304021"/>
            <a:ext cx="1053269" cy="179035"/>
            <a:chOff x="3377382" y="2294133"/>
            <a:chExt cx="1053269" cy="179035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377382" y="2294133"/>
              <a:ext cx="840055" cy="17643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4221485" y="2294133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CB48ED2-CE0D-28C0-0D01-2C308D7BFB12}"/>
              </a:ext>
            </a:extLst>
          </p:cNvPr>
          <p:cNvSpPr/>
          <p:nvPr/>
        </p:nvSpPr>
        <p:spPr>
          <a:xfrm>
            <a:off x="9296592" y="5279828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B07FB74-29C7-2763-6030-6BE591205629}"/>
              </a:ext>
            </a:extLst>
          </p:cNvPr>
          <p:cNvCxnSpPr/>
          <p:nvPr/>
        </p:nvCxnSpPr>
        <p:spPr>
          <a:xfrm>
            <a:off x="9296592" y="5510738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8C305CC-A881-F59C-AAD2-DAF6698E40EA}"/>
              </a:ext>
            </a:extLst>
          </p:cNvPr>
          <p:cNvSpPr txBox="1"/>
          <p:nvPr/>
        </p:nvSpPr>
        <p:spPr>
          <a:xfrm>
            <a:off x="11319241" y="5279829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20ADB5-3036-1D27-38BC-1C981408B2EE}"/>
              </a:ext>
            </a:extLst>
          </p:cNvPr>
          <p:cNvSpPr txBox="1"/>
          <p:nvPr/>
        </p:nvSpPr>
        <p:spPr>
          <a:xfrm>
            <a:off x="9296592" y="5298300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E82DED-C822-366A-0F1F-8686BE293199}"/>
              </a:ext>
            </a:extLst>
          </p:cNvPr>
          <p:cNvSpPr txBox="1"/>
          <p:nvPr/>
        </p:nvSpPr>
        <p:spPr>
          <a:xfrm>
            <a:off x="9407654" y="5602124"/>
            <a:ext cx="203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“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입력항목을 확인 후 등록을 해주시기 바랍니다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.”</a:t>
            </a:r>
            <a:endParaRPr lang="ko-KR" altLang="en-US" sz="900" dirty="0"/>
          </a:p>
        </p:txBody>
      </p:sp>
      <p:sp>
        <p:nvSpPr>
          <p:cNvPr id="78" name="모서리가 둥근 직사각형 86">
            <a:extLst>
              <a:ext uri="{FF2B5EF4-FFF2-40B4-BE49-F238E27FC236}">
                <a16:creationId xmlns:a16="http://schemas.microsoft.com/office/drawing/2014/main" id="{C156723D-B7C0-994D-2D47-4440177840B2}"/>
              </a:ext>
            </a:extLst>
          </p:cNvPr>
          <p:cNvSpPr/>
          <p:nvPr/>
        </p:nvSpPr>
        <p:spPr bwMode="auto">
          <a:xfrm>
            <a:off x="10128890" y="603528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3525152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A250-40E0-D23D-6F5D-5BD3A743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8277669-987E-3F0D-C48B-76910D5F7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557718"/>
              </p:ext>
            </p:extLst>
          </p:nvPr>
        </p:nvGraphicFramePr>
        <p:xfrm>
          <a:off x="9182101" y="947377"/>
          <a:ext cx="2795588" cy="2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고인코드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등록일은 자동 생성되며 고인명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안치장소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기일은 등록한 내용을 노출한다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후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＂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3-1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선택시 노출되는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창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539131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3-2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창 닫힘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85162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3-3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확인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 삭제됨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108822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5A10BD4-9822-C8C5-63FB-ADCB23734655}"/>
              </a:ext>
            </a:extLst>
          </p:cNvPr>
          <p:cNvSpPr/>
          <p:nvPr/>
        </p:nvSpPr>
        <p:spPr>
          <a:xfrm>
            <a:off x="959895" y="375614"/>
            <a:ext cx="22573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AE5FB-E665-A87D-137F-ACF7EBF8DA74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고인관리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D2C590E-EC26-9904-A9D4-D87AD0901BB3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FF76EF-BCA2-9311-97D2-A90C20759B73}"/>
              </a:ext>
            </a:extLst>
          </p:cNvPr>
          <p:cNvSpPr/>
          <p:nvPr/>
        </p:nvSpPr>
        <p:spPr bwMode="auto">
          <a:xfrm>
            <a:off x="146138" y="2352393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12DBAFA-36D7-541A-247C-5FAE84BD9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261224"/>
              </p:ext>
            </p:extLst>
          </p:nvPr>
        </p:nvGraphicFramePr>
        <p:xfrm>
          <a:off x="1704182" y="1529276"/>
          <a:ext cx="72112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5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고인코드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D0126030101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5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故 홍길동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5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하늘누리관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490492"/>
                  </a:ext>
                </a:extLst>
              </a:tr>
              <a:tr h="2115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안차장소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열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690094"/>
                  </a:ext>
                </a:extLst>
              </a:tr>
              <a:tr h="2115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1940.11.25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616506"/>
                  </a:ext>
                </a:extLst>
              </a:tr>
              <a:tr h="2115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2026.03.01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805904"/>
                  </a:ext>
                </a:extLst>
              </a:tr>
            </a:tbl>
          </a:graphicData>
        </a:graphic>
      </p:graphicFrame>
      <p:sp>
        <p:nvSpPr>
          <p:cNvPr id="43" name="모서리가 둥근 직사각형 86">
            <a:extLst>
              <a:ext uri="{FF2B5EF4-FFF2-40B4-BE49-F238E27FC236}">
                <a16:creationId xmlns:a16="http://schemas.microsoft.com/office/drawing/2014/main" id="{20ABDA65-FBDD-611E-C694-077BE7B1FA4D}"/>
              </a:ext>
            </a:extLst>
          </p:cNvPr>
          <p:cNvSpPr/>
          <p:nvPr/>
        </p:nvSpPr>
        <p:spPr bwMode="auto">
          <a:xfrm>
            <a:off x="8326437" y="3085503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44" name="모서리가 둥근 직사각형 87">
            <a:extLst>
              <a:ext uri="{FF2B5EF4-FFF2-40B4-BE49-F238E27FC236}">
                <a16:creationId xmlns:a16="http://schemas.microsoft.com/office/drawing/2014/main" id="{D6706641-46C1-9AEA-B114-0506AA91F1D1}"/>
              </a:ext>
            </a:extLst>
          </p:cNvPr>
          <p:cNvSpPr/>
          <p:nvPr/>
        </p:nvSpPr>
        <p:spPr bwMode="auto">
          <a:xfrm>
            <a:off x="6910677" y="3085503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5FA8FB62-40C2-01E4-D60E-1D850349D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277" y="289597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B8172F6D-0F2B-1D2E-33C1-DAFC5C1D5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437" y="28821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" name="Oval 109">
            <a:extLst>
              <a:ext uri="{FF2B5EF4-FFF2-40B4-BE49-F238E27FC236}">
                <a16:creationId xmlns:a16="http://schemas.microsoft.com/office/drawing/2014/main" id="{DBDDCBE6-1F15-52B8-F9BE-15AFEAFC5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691" y="141050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7" name="모서리가 둥근 직사각형 86">
            <a:extLst>
              <a:ext uri="{FF2B5EF4-FFF2-40B4-BE49-F238E27FC236}">
                <a16:creationId xmlns:a16="http://schemas.microsoft.com/office/drawing/2014/main" id="{99D31A86-2861-7D24-625D-3C961C2BA553}"/>
              </a:ext>
            </a:extLst>
          </p:cNvPr>
          <p:cNvSpPr/>
          <p:nvPr/>
        </p:nvSpPr>
        <p:spPr bwMode="auto">
          <a:xfrm>
            <a:off x="7618557" y="3085503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8" name="Oval 109">
            <a:extLst>
              <a:ext uri="{FF2B5EF4-FFF2-40B4-BE49-F238E27FC236}">
                <a16:creationId xmlns:a16="http://schemas.microsoft.com/office/drawing/2014/main" id="{C47218B1-04D8-5E89-A549-5142FD8DC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557" y="28821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FA4430-CC67-9FA6-D929-DFF3FAB23A3E}"/>
              </a:ext>
            </a:extLst>
          </p:cNvPr>
          <p:cNvSpPr/>
          <p:nvPr/>
        </p:nvSpPr>
        <p:spPr>
          <a:xfrm>
            <a:off x="9361038" y="5301672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2E974EF-42FD-6A10-4D9B-664CD25D87E2}"/>
              </a:ext>
            </a:extLst>
          </p:cNvPr>
          <p:cNvCxnSpPr/>
          <p:nvPr/>
        </p:nvCxnSpPr>
        <p:spPr>
          <a:xfrm>
            <a:off x="9361038" y="5532582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5A3B4AB-3632-3F6C-3333-924237F3789A}"/>
              </a:ext>
            </a:extLst>
          </p:cNvPr>
          <p:cNvSpPr txBox="1"/>
          <p:nvPr/>
        </p:nvSpPr>
        <p:spPr>
          <a:xfrm>
            <a:off x="11383687" y="5301673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2AEB9-5BA6-CE5F-1B00-A1600E6E79CE}"/>
              </a:ext>
            </a:extLst>
          </p:cNvPr>
          <p:cNvSpPr txBox="1"/>
          <p:nvPr/>
        </p:nvSpPr>
        <p:spPr>
          <a:xfrm>
            <a:off x="9361038" y="5320144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9CBFC2-1992-EE95-3243-716ACDB64A54}"/>
              </a:ext>
            </a:extLst>
          </p:cNvPr>
          <p:cNvSpPr txBox="1"/>
          <p:nvPr/>
        </p:nvSpPr>
        <p:spPr>
          <a:xfrm>
            <a:off x="9425690" y="5615711"/>
            <a:ext cx="21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삭제하시면 데이터를 되돌릴 수 없습니다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정말 삭제하시겠습니까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?”</a:t>
            </a:r>
            <a:endParaRPr lang="ko-KR" altLang="en-US" sz="900" dirty="0"/>
          </a:p>
        </p:txBody>
      </p:sp>
      <p:sp>
        <p:nvSpPr>
          <p:cNvPr id="15" name="모서리가 둥근 직사각형 86">
            <a:extLst>
              <a:ext uri="{FF2B5EF4-FFF2-40B4-BE49-F238E27FC236}">
                <a16:creationId xmlns:a16="http://schemas.microsoft.com/office/drawing/2014/main" id="{53F65F63-D716-E2D1-EEC6-1B5B94F8FDC0}"/>
              </a:ext>
            </a:extLst>
          </p:cNvPr>
          <p:cNvSpPr/>
          <p:nvPr/>
        </p:nvSpPr>
        <p:spPr bwMode="auto">
          <a:xfrm>
            <a:off x="9756441" y="605030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16" name="모서리가 둥근 직사각형 86">
            <a:extLst>
              <a:ext uri="{FF2B5EF4-FFF2-40B4-BE49-F238E27FC236}">
                <a16:creationId xmlns:a16="http://schemas.microsoft.com/office/drawing/2014/main" id="{9DBA541D-573D-7E70-5AF3-A340FEB375A0}"/>
              </a:ext>
            </a:extLst>
          </p:cNvPr>
          <p:cNvSpPr/>
          <p:nvPr/>
        </p:nvSpPr>
        <p:spPr bwMode="auto">
          <a:xfrm>
            <a:off x="10391037" y="605712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C0E4E546-8FEA-AA21-1D43-3F763864D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6547" y="519218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3-1</a:t>
            </a:r>
          </a:p>
        </p:txBody>
      </p:sp>
      <p:sp>
        <p:nvSpPr>
          <p:cNvPr id="18" name="Oval 109">
            <a:extLst>
              <a:ext uri="{FF2B5EF4-FFF2-40B4-BE49-F238E27FC236}">
                <a16:creationId xmlns:a16="http://schemas.microsoft.com/office/drawing/2014/main" id="{6344B703-276C-B664-0166-A493A20EE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662" y="60237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3-2</a:t>
            </a:r>
          </a:p>
        </p:txBody>
      </p:sp>
      <p:sp>
        <p:nvSpPr>
          <p:cNvPr id="19" name="Oval 109">
            <a:extLst>
              <a:ext uri="{FF2B5EF4-FFF2-40B4-BE49-F238E27FC236}">
                <a16:creationId xmlns:a16="http://schemas.microsoft.com/office/drawing/2014/main" id="{69EAA128-8F68-BF1A-6C68-E6F0CB7FB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1140" y="598504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HNA_Deadmag_View_001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17985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886B-332E-5447-CE88-5A7E2CDC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60F56D-A5B7-AF34-B0DC-C0B1B23D1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332434"/>
              </p:ext>
            </p:extLst>
          </p:nvPr>
        </p:nvGraphicFramePr>
        <p:xfrm>
          <a:off x="9182101" y="947377"/>
          <a:ext cx="2795588" cy="221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입력된 내용이 노출되며 입력된 내용을 수정될 수 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입력내용을 저장하지 않고 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저장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체크 후 입력된 내용을 저장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입력항목이 미입력된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 후 등록을 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D4D64E5-85B2-BFF9-EBBF-108EC4B0B877}"/>
              </a:ext>
            </a:extLst>
          </p:cNvPr>
          <p:cNvSpPr/>
          <p:nvPr/>
        </p:nvSpPr>
        <p:spPr>
          <a:xfrm>
            <a:off x="959895" y="375614"/>
            <a:ext cx="22573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고인관리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5BD6E-6522-A6C0-05DD-FA2DC47C91EE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고인관리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92255B0-38F2-1DB2-A170-D5AF80DD6CE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9A32BE-618B-3A58-0F68-0615A0A82E83}"/>
              </a:ext>
            </a:extLst>
          </p:cNvPr>
          <p:cNvSpPr/>
          <p:nvPr/>
        </p:nvSpPr>
        <p:spPr bwMode="auto">
          <a:xfrm>
            <a:off x="146138" y="2352389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HNA_Deadmag_Modi_001</a:t>
            </a:r>
            <a:endParaRPr lang="ko-KR" altLang="en-US" sz="800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E612099-48C9-E770-DE7A-05382BEF6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687490"/>
              </p:ext>
            </p:extLst>
          </p:nvPr>
        </p:nvGraphicFramePr>
        <p:xfrm>
          <a:off x="1704182" y="1529275"/>
          <a:ext cx="7211218" cy="9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3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고인명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안치장소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                                                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열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번호 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690094"/>
                  </a:ext>
                </a:extLst>
              </a:tr>
              <a:tr h="24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기일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년                                      월                                    일  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803404"/>
                  </a:ext>
                </a:extLst>
              </a:tr>
            </a:tbl>
          </a:graphicData>
        </a:graphic>
      </p:graphicFrame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F61438-F42B-A096-05FF-4513171A913B}"/>
              </a:ext>
            </a:extLst>
          </p:cNvPr>
          <p:cNvSpPr/>
          <p:nvPr/>
        </p:nvSpPr>
        <p:spPr>
          <a:xfrm>
            <a:off x="3363189" y="1572102"/>
            <a:ext cx="5448437" cy="1728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홍길동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98DB7EE-8A3B-0966-42BC-1182BB79C2A5}"/>
              </a:ext>
            </a:extLst>
          </p:cNvPr>
          <p:cNvGrpSpPr/>
          <p:nvPr/>
        </p:nvGrpSpPr>
        <p:grpSpPr>
          <a:xfrm>
            <a:off x="3377382" y="1809186"/>
            <a:ext cx="1426495" cy="179035"/>
            <a:chOff x="3798377" y="1887597"/>
            <a:chExt cx="1426495" cy="179035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하늘누리관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51" name="Oval 109">
            <a:extLst>
              <a:ext uri="{FF2B5EF4-FFF2-40B4-BE49-F238E27FC236}">
                <a16:creationId xmlns:a16="http://schemas.microsoft.com/office/drawing/2014/main" id="{B4563F12-4BFE-E0FC-D747-991973656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256" y="146221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3" name="모서리가 둥근 직사각형 86">
            <a:extLst>
              <a:ext uri="{FF2B5EF4-FFF2-40B4-BE49-F238E27FC236}">
                <a16:creationId xmlns:a16="http://schemas.microsoft.com/office/drawing/2014/main" id="{3F4666B0-E1A9-0D7F-525A-1EC8E14FC655}"/>
              </a:ext>
            </a:extLst>
          </p:cNvPr>
          <p:cNvSpPr/>
          <p:nvPr/>
        </p:nvSpPr>
        <p:spPr bwMode="auto">
          <a:xfrm>
            <a:off x="8326437" y="271419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54" name="모서리가 둥근 직사각형 87">
            <a:extLst>
              <a:ext uri="{FF2B5EF4-FFF2-40B4-BE49-F238E27FC236}">
                <a16:creationId xmlns:a16="http://schemas.microsoft.com/office/drawing/2014/main" id="{E2AE95A5-D328-CFF9-3932-16CA7880DF22}"/>
              </a:ext>
            </a:extLst>
          </p:cNvPr>
          <p:cNvSpPr/>
          <p:nvPr/>
        </p:nvSpPr>
        <p:spPr bwMode="auto">
          <a:xfrm>
            <a:off x="7631112" y="271419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57" name="Oval 109">
            <a:extLst>
              <a:ext uri="{FF2B5EF4-FFF2-40B4-BE49-F238E27FC236}">
                <a16:creationId xmlns:a16="http://schemas.microsoft.com/office/drawing/2014/main" id="{23B8C5F4-73CB-8DDC-107B-BECBE1682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712" y="252465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8" name="Oval 109">
            <a:extLst>
              <a:ext uri="{FF2B5EF4-FFF2-40B4-BE49-F238E27FC236}">
                <a16:creationId xmlns:a16="http://schemas.microsoft.com/office/drawing/2014/main" id="{86DC473E-2294-7629-11E9-9AD1253A5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437" y="251080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98DB7EE-8A3B-0966-42BC-1182BB79C2A5}"/>
              </a:ext>
            </a:extLst>
          </p:cNvPr>
          <p:cNvGrpSpPr/>
          <p:nvPr/>
        </p:nvGrpSpPr>
        <p:grpSpPr>
          <a:xfrm>
            <a:off x="3619975" y="2050360"/>
            <a:ext cx="1426495" cy="179035"/>
            <a:chOff x="3798377" y="1887597"/>
            <a:chExt cx="1426495" cy="179035"/>
          </a:xfrm>
          <a:solidFill>
            <a:schemeClr val="bg1"/>
          </a:solidFill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grpFill/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OO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관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grpFill/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AADA751-C8B5-3127-2EBA-7494F420FBD1}"/>
              </a:ext>
            </a:extLst>
          </p:cNvPr>
          <p:cNvSpPr/>
          <p:nvPr/>
        </p:nvSpPr>
        <p:spPr>
          <a:xfrm>
            <a:off x="5370725" y="2045071"/>
            <a:ext cx="582208" cy="184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00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AADA751-C8B5-3127-2EBA-7494F420FBD1}"/>
              </a:ext>
            </a:extLst>
          </p:cNvPr>
          <p:cNvSpPr/>
          <p:nvPr/>
        </p:nvSpPr>
        <p:spPr>
          <a:xfrm>
            <a:off x="6484785" y="2055885"/>
            <a:ext cx="582208" cy="184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000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3377382" y="2294133"/>
            <a:ext cx="1053269" cy="179035"/>
            <a:chOff x="3377382" y="2294133"/>
            <a:chExt cx="1053269" cy="179035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377382" y="2294133"/>
              <a:ext cx="840055" cy="17643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1941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4221485" y="2294133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4699294" y="2284784"/>
            <a:ext cx="1053269" cy="179035"/>
            <a:chOff x="3377382" y="2294133"/>
            <a:chExt cx="1053269" cy="179035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377382" y="2294133"/>
              <a:ext cx="840055" cy="17643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4221485" y="2294133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5958150" y="2304021"/>
            <a:ext cx="1053269" cy="179035"/>
            <a:chOff x="3377382" y="2294133"/>
            <a:chExt cx="1053269" cy="179035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E72F08CC-B9B2-C942-C8BF-162A31B997BE}"/>
                </a:ext>
              </a:extLst>
            </p:cNvPr>
            <p:cNvSpPr/>
            <p:nvPr/>
          </p:nvSpPr>
          <p:spPr bwMode="auto">
            <a:xfrm>
              <a:off x="3377382" y="2294133"/>
              <a:ext cx="840055" cy="17643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2BE4C8F-B7A6-F2A4-4169-8C9E0A12B75B}"/>
                </a:ext>
              </a:extLst>
            </p:cNvPr>
            <p:cNvSpPr/>
            <p:nvPr/>
          </p:nvSpPr>
          <p:spPr bwMode="auto">
            <a:xfrm>
              <a:off x="4221485" y="2294133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CB48ED2-CE0D-28C0-0D01-2C308D7BFB12}"/>
              </a:ext>
            </a:extLst>
          </p:cNvPr>
          <p:cNvSpPr/>
          <p:nvPr/>
        </p:nvSpPr>
        <p:spPr>
          <a:xfrm>
            <a:off x="9296592" y="5279828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B07FB74-29C7-2763-6030-6BE591205629}"/>
              </a:ext>
            </a:extLst>
          </p:cNvPr>
          <p:cNvCxnSpPr/>
          <p:nvPr/>
        </p:nvCxnSpPr>
        <p:spPr>
          <a:xfrm>
            <a:off x="9296592" y="5510738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8C305CC-A881-F59C-AAD2-DAF6698E40EA}"/>
              </a:ext>
            </a:extLst>
          </p:cNvPr>
          <p:cNvSpPr txBox="1"/>
          <p:nvPr/>
        </p:nvSpPr>
        <p:spPr>
          <a:xfrm>
            <a:off x="11319241" y="5279829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920ADB5-3036-1D27-38BC-1C981408B2EE}"/>
              </a:ext>
            </a:extLst>
          </p:cNvPr>
          <p:cNvSpPr txBox="1"/>
          <p:nvPr/>
        </p:nvSpPr>
        <p:spPr>
          <a:xfrm>
            <a:off x="9296592" y="5298300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E82DED-C822-366A-0F1F-8686BE293199}"/>
              </a:ext>
            </a:extLst>
          </p:cNvPr>
          <p:cNvSpPr txBox="1"/>
          <p:nvPr/>
        </p:nvSpPr>
        <p:spPr>
          <a:xfrm>
            <a:off x="9407654" y="5602124"/>
            <a:ext cx="203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“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입력항목을 확인 후 등록을 해주시기 바랍니다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.”</a:t>
            </a:r>
            <a:endParaRPr lang="ko-KR" altLang="en-US" sz="900" dirty="0"/>
          </a:p>
        </p:txBody>
      </p:sp>
      <p:sp>
        <p:nvSpPr>
          <p:cNvPr id="78" name="모서리가 둥근 직사각형 86">
            <a:extLst>
              <a:ext uri="{FF2B5EF4-FFF2-40B4-BE49-F238E27FC236}">
                <a16:creationId xmlns:a16="http://schemas.microsoft.com/office/drawing/2014/main" id="{C156723D-B7C0-994D-2D47-4440177840B2}"/>
              </a:ext>
            </a:extLst>
          </p:cNvPr>
          <p:cNvSpPr/>
          <p:nvPr/>
        </p:nvSpPr>
        <p:spPr bwMode="auto">
          <a:xfrm>
            <a:off x="10128890" y="603528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3265435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767117"/>
              </p:ext>
            </p:extLst>
          </p:nvPr>
        </p:nvGraphicFramePr>
        <p:xfrm>
          <a:off x="9182101" y="947377"/>
          <a:ext cx="2795588" cy="2091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등록되어 있는 글 개수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 내용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 입력 후 검색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키워드에 맞는 검색결과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 체크 박스 선택됨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행에 체크 박스 선택 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행선택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상세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 박스 선택 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노출됨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알럿화면에서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확인 선택 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내용 삭제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47856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96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하늘편지 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68049" y="2581236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HNA_Lettermag_List_001</a:t>
            </a:r>
            <a:endParaRPr lang="ko-KR" altLang="en-US" sz="800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53B4062-2C52-4150-B892-42102D6B9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149633"/>
              </p:ext>
            </p:extLst>
          </p:nvPr>
        </p:nvGraphicFramePr>
        <p:xfrm>
          <a:off x="1642625" y="1920142"/>
          <a:ext cx="7447746" cy="226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58">
                  <a:extLst>
                    <a:ext uri="{9D8B030D-6E8A-4147-A177-3AD203B41FA5}">
                      <a16:colId xmlns:a16="http://schemas.microsoft.com/office/drawing/2014/main" val="3007921084"/>
                    </a:ext>
                  </a:extLst>
                </a:gridCol>
                <a:gridCol w="305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244">
                  <a:extLst>
                    <a:ext uri="{9D8B030D-6E8A-4147-A177-3AD203B41FA5}">
                      <a16:colId xmlns:a16="http://schemas.microsoft.com/office/drawing/2014/main" val="4082081201"/>
                    </a:ext>
                  </a:extLst>
                </a:gridCol>
                <a:gridCol w="4170783">
                  <a:extLst>
                    <a:ext uri="{9D8B030D-6E8A-4147-A177-3AD203B41FA5}">
                      <a16:colId xmlns:a16="http://schemas.microsoft.com/office/drawing/2014/main" val="3213764947"/>
                    </a:ext>
                  </a:extLst>
                </a:gridCol>
                <a:gridCol w="541176">
                  <a:extLst>
                    <a:ext uri="{9D8B030D-6E8A-4147-A177-3AD203B41FA5}">
                      <a16:colId xmlns:a16="http://schemas.microsoft.com/office/drawing/2014/main" val="847382530"/>
                    </a:ext>
                  </a:extLst>
                </a:gridCol>
                <a:gridCol w="429923">
                  <a:extLst>
                    <a:ext uri="{9D8B030D-6E8A-4147-A177-3AD203B41FA5}">
                      <a16:colId xmlns:a16="http://schemas.microsoft.com/office/drawing/2014/main" val="4258800748"/>
                    </a:ext>
                  </a:extLst>
                </a:gridCol>
                <a:gridCol w="813403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비밀글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사랑하는 어머니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가신곳에서는 편하게 지내시는지요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여긴 지금 많이 추워요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추위도 없는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…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아들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sunshin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둘째딸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sunshin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맏사위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아들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sunshin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둘째딸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sunshin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맏사위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아들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sunshin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사랑하는 어머니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가신곳에서는 편하게 지내시는지요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여긴 지금 많이 추워요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추위도 없는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…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둘째딸</a:t>
                      </a: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0003B8D-6A5A-437C-A1E7-A35E9262A769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4609322"/>
            <a:ext cx="7278686" cy="1829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A79A3D7-2D26-4F18-BF0A-2E5E182EF140}"/>
              </a:ext>
            </a:extLst>
          </p:cNvPr>
          <p:cNvGrpSpPr/>
          <p:nvPr/>
        </p:nvGrpSpPr>
        <p:grpSpPr>
          <a:xfrm>
            <a:off x="5955269" y="4875427"/>
            <a:ext cx="208823" cy="145855"/>
            <a:chOff x="4789523" y="4931028"/>
            <a:chExt cx="208823" cy="145855"/>
          </a:xfrm>
        </p:grpSpPr>
        <p:sp>
          <p:nvSpPr>
            <p:cNvPr id="60" name="모서리가 둥근 직사각형 71">
              <a:extLst>
                <a:ext uri="{FF2B5EF4-FFF2-40B4-BE49-F238E27FC236}">
                  <a16:creationId xmlns:a16="http://schemas.microsoft.com/office/drawing/2014/main" id="{E4D7B144-2A7F-4041-9970-744A5FF3ED5A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B97E020-CCAE-4A37-ACB1-7F2CCDE9A787}"/>
                </a:ext>
              </a:extLst>
            </p:cNvPr>
            <p:cNvSpPr txBox="1"/>
            <p:nvPr/>
          </p:nvSpPr>
          <p:spPr>
            <a:xfrm>
              <a:off x="4822128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B5ADA35-B7BD-4B2E-B8E8-50C2A43C033A}"/>
              </a:ext>
            </a:extLst>
          </p:cNvPr>
          <p:cNvGrpSpPr/>
          <p:nvPr/>
        </p:nvGrpSpPr>
        <p:grpSpPr>
          <a:xfrm>
            <a:off x="4242979" y="4875427"/>
            <a:ext cx="208823" cy="145855"/>
            <a:chOff x="4789523" y="4931028"/>
            <a:chExt cx="208823" cy="145855"/>
          </a:xfrm>
        </p:grpSpPr>
        <p:sp>
          <p:nvSpPr>
            <p:cNvPr id="63" name="모서리가 둥근 직사각형 74">
              <a:extLst>
                <a:ext uri="{FF2B5EF4-FFF2-40B4-BE49-F238E27FC236}">
                  <a16:creationId xmlns:a16="http://schemas.microsoft.com/office/drawing/2014/main" id="{B716E7DB-CDBC-445A-9F1D-70D224E2E716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09D1E5D-82E8-45DE-BF2A-84523B8C1D17}"/>
                </a:ext>
              </a:extLst>
            </p:cNvPr>
            <p:cNvSpPr txBox="1"/>
            <p:nvPr/>
          </p:nvSpPr>
          <p:spPr>
            <a:xfrm>
              <a:off x="4811154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CBA9868-3855-45F3-B22C-46F155FB2A13}"/>
              </a:ext>
            </a:extLst>
          </p:cNvPr>
          <p:cNvSpPr/>
          <p:nvPr/>
        </p:nvSpPr>
        <p:spPr bwMode="auto">
          <a:xfrm>
            <a:off x="4559821" y="4849775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kumimoji="1" lang="ko-KR" altLang="en-US" sz="800" b="1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F6F54B7-9DDB-4067-89D5-C43532F31B2C}"/>
              </a:ext>
            </a:extLst>
          </p:cNvPr>
          <p:cNvSpPr/>
          <p:nvPr/>
        </p:nvSpPr>
        <p:spPr bwMode="auto">
          <a:xfrm>
            <a:off x="4841602" y="4849775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6A67C84-E326-4D1F-9239-3485FC957DE6}"/>
              </a:ext>
            </a:extLst>
          </p:cNvPr>
          <p:cNvSpPr/>
          <p:nvPr/>
        </p:nvSpPr>
        <p:spPr bwMode="auto">
          <a:xfrm>
            <a:off x="5123383" y="4849775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A6FEC3-37DE-4DC1-98E8-097059F0DBB7}"/>
              </a:ext>
            </a:extLst>
          </p:cNvPr>
          <p:cNvSpPr/>
          <p:nvPr/>
        </p:nvSpPr>
        <p:spPr bwMode="auto">
          <a:xfrm>
            <a:off x="5405164" y="4849775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77169E7-1C41-49B3-A3A2-B11DCEE697EF}"/>
              </a:ext>
            </a:extLst>
          </p:cNvPr>
          <p:cNvSpPr/>
          <p:nvPr/>
        </p:nvSpPr>
        <p:spPr bwMode="auto">
          <a:xfrm>
            <a:off x="5686945" y="4849775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687F27B-862C-4DB8-A114-D99F5284123C}"/>
              </a:ext>
            </a:extLst>
          </p:cNvPr>
          <p:cNvGrpSpPr/>
          <p:nvPr/>
        </p:nvGrpSpPr>
        <p:grpSpPr>
          <a:xfrm>
            <a:off x="6273677" y="4875427"/>
            <a:ext cx="291241" cy="145855"/>
            <a:chOff x="4789523" y="4931028"/>
            <a:chExt cx="291241" cy="145855"/>
          </a:xfrm>
        </p:grpSpPr>
        <p:sp>
          <p:nvSpPr>
            <p:cNvPr id="71" name="모서리가 둥근 직사각형 90">
              <a:extLst>
                <a:ext uri="{FF2B5EF4-FFF2-40B4-BE49-F238E27FC236}">
                  <a16:creationId xmlns:a16="http://schemas.microsoft.com/office/drawing/2014/main" id="{83703313-5B1C-4297-A2D3-E983E9232189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10B5336-05E4-437F-90A7-8796FAB74341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7D847507-D9D5-43A8-A746-5BD96C0F87CE}"/>
              </a:ext>
            </a:extLst>
          </p:cNvPr>
          <p:cNvGrpSpPr/>
          <p:nvPr/>
        </p:nvGrpSpPr>
        <p:grpSpPr>
          <a:xfrm>
            <a:off x="3853850" y="4875427"/>
            <a:ext cx="291241" cy="145855"/>
            <a:chOff x="4789523" y="4931028"/>
            <a:chExt cx="291241" cy="145855"/>
          </a:xfrm>
        </p:grpSpPr>
        <p:sp>
          <p:nvSpPr>
            <p:cNvPr id="74" name="모서리가 둥근 직사각형 93">
              <a:extLst>
                <a:ext uri="{FF2B5EF4-FFF2-40B4-BE49-F238E27FC236}">
                  <a16:creationId xmlns:a16="http://schemas.microsoft.com/office/drawing/2014/main" id="{6D1BBB93-3685-4159-A596-764E31BC0AE2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FC65AEC-025A-4F70-99B8-6379E49A7878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0CD8042-6E0A-8D70-7352-42AEAFB99B07}"/>
              </a:ext>
            </a:extLst>
          </p:cNvPr>
          <p:cNvSpPr/>
          <p:nvPr/>
        </p:nvSpPr>
        <p:spPr bwMode="auto">
          <a:xfrm>
            <a:off x="6689565" y="1583170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4" name="모서리가 둥근 직사각형 65">
            <a:extLst>
              <a:ext uri="{FF2B5EF4-FFF2-40B4-BE49-F238E27FC236}">
                <a16:creationId xmlns:a16="http://schemas.microsoft.com/office/drawing/2014/main" id="{1BB3024A-5535-EE4A-18CD-56E5851C1CE1}"/>
              </a:ext>
            </a:extLst>
          </p:cNvPr>
          <p:cNvSpPr/>
          <p:nvPr/>
        </p:nvSpPr>
        <p:spPr bwMode="auto">
          <a:xfrm>
            <a:off x="8409677" y="1583170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0E72D606-58ED-809A-E4DF-0A09C8561677}"/>
              </a:ext>
            </a:extLst>
          </p:cNvPr>
          <p:cNvGrpSpPr/>
          <p:nvPr/>
        </p:nvGrpSpPr>
        <p:grpSpPr>
          <a:xfrm>
            <a:off x="5553095" y="1592406"/>
            <a:ext cx="1093669" cy="186673"/>
            <a:chOff x="3798377" y="1887597"/>
            <a:chExt cx="1426495" cy="1790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43BF545-FCFB-B5D9-7596-49287B73A3A6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선택하세요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1D7389B3-C905-1D16-BB2B-4208C4E14DC3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98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710" y="148652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99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832" y="141960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707" y="14932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01" name="Oval 109">
            <a:extLst>
              <a:ext uri="{FF2B5EF4-FFF2-40B4-BE49-F238E27FC236}">
                <a16:creationId xmlns:a16="http://schemas.microsoft.com/office/drawing/2014/main" id="{14027E51-0BD9-46F0-98DC-581A16F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653" y="23112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E118656-7BC3-B4E2-8DB6-19122138EB35}"/>
              </a:ext>
            </a:extLst>
          </p:cNvPr>
          <p:cNvSpPr/>
          <p:nvPr/>
        </p:nvSpPr>
        <p:spPr bwMode="auto">
          <a:xfrm>
            <a:off x="1691541" y="238564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691541" y="2580419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691541" y="279312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691541" y="2995363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873ED8B-76EF-09CE-93EC-6F86DEF18A1E}"/>
              </a:ext>
            </a:extLst>
          </p:cNvPr>
          <p:cNvSpPr/>
          <p:nvPr/>
        </p:nvSpPr>
        <p:spPr bwMode="auto">
          <a:xfrm>
            <a:off x="1691541" y="198160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E16E051-79EC-0D55-8DC2-3B170876817A}"/>
              </a:ext>
            </a:extLst>
          </p:cNvPr>
          <p:cNvSpPr/>
          <p:nvPr/>
        </p:nvSpPr>
        <p:spPr bwMode="auto">
          <a:xfrm>
            <a:off x="1691541" y="2183026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690507" y="3213650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694645" y="3413952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694645" y="3607995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694645" y="3819565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693611" y="402852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FCB30E-C192-409C-3DFF-52E93657FDFD}"/>
              </a:ext>
            </a:extLst>
          </p:cNvPr>
          <p:cNvSpPr txBox="1"/>
          <p:nvPr/>
        </p:nvSpPr>
        <p:spPr>
          <a:xfrm>
            <a:off x="1703386" y="1636273"/>
            <a:ext cx="32272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총 등록 수 </a:t>
            </a:r>
            <a:r>
              <a:rPr lang="en-US" altLang="ko-KR" sz="800" b="1" dirty="0"/>
              <a:t>: </a:t>
            </a:r>
            <a:r>
              <a:rPr lang="en-US" altLang="ko-KR" sz="900" b="1" dirty="0"/>
              <a:t>100 </a:t>
            </a:r>
            <a:endParaRPr lang="ko-KR" altLang="en-US" sz="900" b="1" dirty="0"/>
          </a:p>
        </p:txBody>
      </p:sp>
      <p:sp>
        <p:nvSpPr>
          <p:cNvPr id="76" name="모서리가 둥근 직사각형 65">
            <a:extLst>
              <a:ext uri="{FF2B5EF4-FFF2-40B4-BE49-F238E27FC236}">
                <a16:creationId xmlns:a16="http://schemas.microsoft.com/office/drawing/2014/main" id="{B0BA3D34-795B-3245-78E2-B6F8ACDD5021}"/>
              </a:ext>
            </a:extLst>
          </p:cNvPr>
          <p:cNvSpPr/>
          <p:nvPr/>
        </p:nvSpPr>
        <p:spPr bwMode="auto">
          <a:xfrm>
            <a:off x="1676145" y="429527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0760273-A32A-48F0-808E-7D0C4BF91695}"/>
              </a:ext>
            </a:extLst>
          </p:cNvPr>
          <p:cNvSpPr/>
          <p:nvPr/>
        </p:nvSpPr>
        <p:spPr>
          <a:xfrm>
            <a:off x="9425693" y="5137692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6CB9D5E-DC6A-8AF1-D181-EDB1DDB0124D}"/>
              </a:ext>
            </a:extLst>
          </p:cNvPr>
          <p:cNvCxnSpPr/>
          <p:nvPr/>
        </p:nvCxnSpPr>
        <p:spPr>
          <a:xfrm>
            <a:off x="9425693" y="5368602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8656D50-84CE-01CB-85E0-B3D386633578}"/>
              </a:ext>
            </a:extLst>
          </p:cNvPr>
          <p:cNvSpPr txBox="1"/>
          <p:nvPr/>
        </p:nvSpPr>
        <p:spPr>
          <a:xfrm>
            <a:off x="11448342" y="5137693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791236-9C2F-C43D-4F13-E7FEE75CD785}"/>
              </a:ext>
            </a:extLst>
          </p:cNvPr>
          <p:cNvSpPr txBox="1"/>
          <p:nvPr/>
        </p:nvSpPr>
        <p:spPr>
          <a:xfrm>
            <a:off x="9425693" y="5166324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603C217-B991-596B-9F4C-DDE976C09F12}"/>
              </a:ext>
            </a:extLst>
          </p:cNvPr>
          <p:cNvSpPr txBox="1"/>
          <p:nvPr/>
        </p:nvSpPr>
        <p:spPr>
          <a:xfrm>
            <a:off x="9490345" y="5451731"/>
            <a:ext cx="21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삭제하시면 데이터를 되돌릴 수 없습니다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정말 삭제하시겠습니까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?</a:t>
            </a:r>
            <a:endParaRPr lang="ko-KR" altLang="en-US" sz="900" dirty="0"/>
          </a:p>
        </p:txBody>
      </p:sp>
      <p:sp>
        <p:nvSpPr>
          <p:cNvPr id="84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9876512" y="589648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88" name="모서리가 둥근 직사각형 86">
            <a:extLst>
              <a:ext uri="{FF2B5EF4-FFF2-40B4-BE49-F238E27FC236}">
                <a16:creationId xmlns:a16="http://schemas.microsoft.com/office/drawing/2014/main" id="{E2995AE4-F601-1EC1-7222-A69D11993A21}"/>
              </a:ext>
            </a:extLst>
          </p:cNvPr>
          <p:cNvSpPr/>
          <p:nvPr/>
        </p:nvSpPr>
        <p:spPr bwMode="auto">
          <a:xfrm>
            <a:off x="10511108" y="589314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89" name="Oval 109">
            <a:extLst>
              <a:ext uri="{FF2B5EF4-FFF2-40B4-BE49-F238E27FC236}">
                <a16:creationId xmlns:a16="http://schemas.microsoft.com/office/drawing/2014/main" id="{431302C7-D350-40C7-88B1-99897C89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708" y="269125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90" name="Oval 109">
            <a:extLst>
              <a:ext uri="{FF2B5EF4-FFF2-40B4-BE49-F238E27FC236}">
                <a16:creationId xmlns:a16="http://schemas.microsoft.com/office/drawing/2014/main" id="{431302C7-D350-40C7-88B1-99897C89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087" y="415668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77" name="Oval 109">
            <a:extLst>
              <a:ext uri="{FF2B5EF4-FFF2-40B4-BE49-F238E27FC236}">
                <a16:creationId xmlns:a16="http://schemas.microsoft.com/office/drawing/2014/main" id="{14027E51-0BD9-46F0-98DC-581A16F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786" y="18566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248250" y="1867105"/>
            <a:ext cx="739852" cy="237598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5588" y="4251578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>
                <a:solidFill>
                  <a:srgbClr val="FF0000"/>
                </a:solidFill>
              </a:rPr>
              <a:t>추가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416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824612"/>
              </p:ext>
            </p:extLst>
          </p:nvPr>
        </p:nvGraphicFramePr>
        <p:xfrm>
          <a:off x="9182101" y="947377"/>
          <a:ext cx="2795588" cy="2269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제목없이 내용이 노출되고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 가능한 글의 숫자는 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600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자로 제한한다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입력한 작성자 내용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입력한 비밀글 여부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화면으로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후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＂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47856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사이버추모관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하늘편지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96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하늘편지 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54485" y="2568637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KdbAF_Bomag_Detail_001</a:t>
            </a:r>
            <a:endParaRPr lang="ko-KR" altLang="en-US" sz="800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45B73A3-D406-4273-A76F-936CEC30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584206"/>
              </p:ext>
            </p:extLst>
          </p:nvPr>
        </p:nvGraphicFramePr>
        <p:xfrm>
          <a:off x="1704181" y="1601626"/>
          <a:ext cx="7247081" cy="2538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1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159341"/>
                  </a:ext>
                </a:extLst>
              </a:tr>
              <a:tr h="11146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사랑하는 어머니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</a:t>
                      </a: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가신곳에서는 편하게 지내시는지요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여긴 지금 많이 추워요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추위도 없는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…</a:t>
                      </a: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사랑하는 어머니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</a:t>
                      </a: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가신곳에서는 편하게 지내시는지요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여긴 지금 많이 추워요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추위도 없는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…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사랑하는 어머니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</a:t>
                      </a: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가신곳에서는 편하게 지내시는지요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여긴 지금 많이 추워요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추위도 없는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…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사랑하는 어머니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</a:t>
                      </a: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가신곳에서는 편하게 지내시는지요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여긴 지금 많이 추워요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추위도 없는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…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사랑하는 어머니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</a:t>
                      </a: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가신곳에서는 편하게 지내시는지요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여긴 지금 많이 추워요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추위도 없는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…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아들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7496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비밀글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870412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2026.03.10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952658"/>
                  </a:ext>
                </a:extLst>
              </a:tr>
            </a:tbl>
          </a:graphicData>
        </a:graphic>
      </p:graphicFrame>
      <p:sp>
        <p:nvSpPr>
          <p:cNvPr id="25" name="모서리가 둥근 직사각형 86">
            <a:extLst>
              <a:ext uri="{FF2B5EF4-FFF2-40B4-BE49-F238E27FC236}">
                <a16:creationId xmlns:a16="http://schemas.microsoft.com/office/drawing/2014/main" id="{6EA18077-B812-401A-ACC9-EB667F488E81}"/>
              </a:ext>
            </a:extLst>
          </p:cNvPr>
          <p:cNvSpPr/>
          <p:nvPr/>
        </p:nvSpPr>
        <p:spPr bwMode="auto">
          <a:xfrm>
            <a:off x="7663663" y="4407938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26" name="모서리가 둥근 직사각형 87">
            <a:extLst>
              <a:ext uri="{FF2B5EF4-FFF2-40B4-BE49-F238E27FC236}">
                <a16:creationId xmlns:a16="http://schemas.microsoft.com/office/drawing/2014/main" id="{F95E3833-82ED-4BFB-989E-FEE898ABB00A}"/>
              </a:ext>
            </a:extLst>
          </p:cNvPr>
          <p:cNvSpPr/>
          <p:nvPr/>
        </p:nvSpPr>
        <p:spPr bwMode="auto">
          <a:xfrm>
            <a:off x="8358602" y="4407938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27" name="Oval 109">
            <a:extLst>
              <a:ext uri="{FF2B5EF4-FFF2-40B4-BE49-F238E27FC236}">
                <a16:creationId xmlns:a16="http://schemas.microsoft.com/office/drawing/2014/main" id="{AA6FC985-2F0C-4D2A-93FA-3DA723ED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2334" y="423513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28" name="Oval 109">
            <a:extLst>
              <a:ext uri="{FF2B5EF4-FFF2-40B4-BE49-F238E27FC236}">
                <a16:creationId xmlns:a16="http://schemas.microsoft.com/office/drawing/2014/main" id="{EAE8C471-C04A-4084-A2D2-AA84EFCE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569" y="423513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9" name="Oval 109">
            <a:extLst>
              <a:ext uri="{FF2B5EF4-FFF2-40B4-BE49-F238E27FC236}">
                <a16:creationId xmlns:a16="http://schemas.microsoft.com/office/drawing/2014/main" id="{D5DCA41E-0A79-4DA5-9E99-093C75845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783" y="147957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5" name="Oval 109">
            <a:extLst>
              <a:ext uri="{FF2B5EF4-FFF2-40B4-BE49-F238E27FC236}">
                <a16:creationId xmlns:a16="http://schemas.microsoft.com/office/drawing/2014/main" id="{CD635E88-966D-4B9C-9954-516DB37AF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503" y="336856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0760273-A32A-48F0-808E-7D0C4BF91695}"/>
              </a:ext>
            </a:extLst>
          </p:cNvPr>
          <p:cNvSpPr/>
          <p:nvPr/>
        </p:nvSpPr>
        <p:spPr>
          <a:xfrm>
            <a:off x="9481677" y="5212376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6CB9D5E-DC6A-8AF1-D181-EDB1DDB0124D}"/>
              </a:ext>
            </a:extLst>
          </p:cNvPr>
          <p:cNvCxnSpPr/>
          <p:nvPr/>
        </p:nvCxnSpPr>
        <p:spPr>
          <a:xfrm>
            <a:off x="9481677" y="5443286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8656D50-84CE-01CB-85E0-B3D386633578}"/>
              </a:ext>
            </a:extLst>
          </p:cNvPr>
          <p:cNvSpPr txBox="1"/>
          <p:nvPr/>
        </p:nvSpPr>
        <p:spPr>
          <a:xfrm>
            <a:off x="11504326" y="5212377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791236-9C2F-C43D-4F13-E7FEE75CD785}"/>
              </a:ext>
            </a:extLst>
          </p:cNvPr>
          <p:cNvSpPr txBox="1"/>
          <p:nvPr/>
        </p:nvSpPr>
        <p:spPr>
          <a:xfrm>
            <a:off x="9481677" y="5241008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03C217-B991-596B-9F4C-DDE976C09F12}"/>
              </a:ext>
            </a:extLst>
          </p:cNvPr>
          <p:cNvSpPr txBox="1"/>
          <p:nvPr/>
        </p:nvSpPr>
        <p:spPr>
          <a:xfrm>
            <a:off x="9546329" y="5526415"/>
            <a:ext cx="21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삭제하시면 데이터를 되돌릴 수 없습니다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정말 삭제하시겠습니까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?</a:t>
            </a:r>
            <a:endParaRPr lang="ko-KR" altLang="en-US" sz="900" dirty="0"/>
          </a:p>
        </p:txBody>
      </p:sp>
      <p:sp>
        <p:nvSpPr>
          <p:cNvPr id="42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9932496" y="597117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3" name="모서리가 둥근 직사각형 86">
            <a:extLst>
              <a:ext uri="{FF2B5EF4-FFF2-40B4-BE49-F238E27FC236}">
                <a16:creationId xmlns:a16="http://schemas.microsoft.com/office/drawing/2014/main" id="{E2995AE4-F601-1EC1-7222-A69D11993A21}"/>
              </a:ext>
            </a:extLst>
          </p:cNvPr>
          <p:cNvSpPr/>
          <p:nvPr/>
        </p:nvSpPr>
        <p:spPr bwMode="auto">
          <a:xfrm>
            <a:off x="10567092" y="5967828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2" name="Oval 109">
            <a:extLst>
              <a:ext uri="{FF2B5EF4-FFF2-40B4-BE49-F238E27FC236}">
                <a16:creationId xmlns:a16="http://schemas.microsoft.com/office/drawing/2014/main" id="{CD635E88-966D-4B9C-9954-516DB37AF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503" y="371279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703387" y="1572259"/>
            <a:ext cx="7278687" cy="29386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44154" y="1617298"/>
            <a:ext cx="522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solidFill>
                  <a:srgbClr val="FF0000"/>
                </a:solidFill>
              </a:rPr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458610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3EC5-AEE1-18CF-233F-C199141F3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1A16A-4778-5A4B-2F69-450C6275FE1B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05.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고객센터</a:t>
            </a:r>
          </a:p>
        </p:txBody>
      </p:sp>
    </p:spTree>
    <p:extLst>
      <p:ext uri="{BB962C8B-B14F-4D97-AF65-F5344CB8AC3E}">
        <p14:creationId xmlns:p14="http://schemas.microsoft.com/office/powerpoint/2010/main" val="4042109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919874"/>
              </p:ext>
            </p:extLst>
          </p:nvPr>
        </p:nvGraphicFramePr>
        <p:xfrm>
          <a:off x="9182101" y="947377"/>
          <a:ext cx="2795588" cy="2334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셀렉트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 입력 후 검색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키워드에 맞는 검색결과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 체크 박스 선택 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행에 대하여 체크박스 선택 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행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상세화면으로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 박스 선택 후 삭제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후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: ＂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 버튼 노출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28620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615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공지사항관리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038433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HNA_Customer_Noticelist_001</a:t>
            </a:r>
            <a:endParaRPr lang="ko-KR" altLang="en-US" sz="800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53B4062-2C52-4150-B892-42102D6B9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391007"/>
              </p:ext>
            </p:extLst>
          </p:nvPr>
        </p:nvGraphicFramePr>
        <p:xfrm>
          <a:off x="1703386" y="1911019"/>
          <a:ext cx="7278688" cy="226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21">
                  <a:extLst>
                    <a:ext uri="{9D8B030D-6E8A-4147-A177-3AD203B41FA5}">
                      <a16:colId xmlns:a16="http://schemas.microsoft.com/office/drawing/2014/main" val="3745620100"/>
                    </a:ext>
                  </a:extLst>
                </a:gridCol>
                <a:gridCol w="336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8482">
                  <a:extLst>
                    <a:ext uri="{9D8B030D-6E8A-4147-A177-3AD203B41FA5}">
                      <a16:colId xmlns:a16="http://schemas.microsoft.com/office/drawing/2014/main" val="3778820344"/>
                    </a:ext>
                  </a:extLst>
                </a:gridCol>
                <a:gridCol w="793282">
                  <a:extLst>
                    <a:ext uri="{9D8B030D-6E8A-4147-A177-3AD203B41FA5}">
                      <a16:colId xmlns:a16="http://schemas.microsoft.com/office/drawing/2014/main" val="2023218624"/>
                    </a:ext>
                  </a:extLst>
                </a:gridCol>
                <a:gridCol w="793282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안녕하세요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하늘누리에서 알려드립니다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하늘누리에서 알려드립니다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7" name="모서리가 둥근 직사각형 65">
            <a:extLst>
              <a:ext uri="{FF2B5EF4-FFF2-40B4-BE49-F238E27FC236}">
                <a16:creationId xmlns:a16="http://schemas.microsoft.com/office/drawing/2014/main" id="{A677EDF4-D9D1-4FB1-BB21-7AB36FF82C46}"/>
              </a:ext>
            </a:extLst>
          </p:cNvPr>
          <p:cNvSpPr/>
          <p:nvPr/>
        </p:nvSpPr>
        <p:spPr bwMode="auto">
          <a:xfrm>
            <a:off x="8393111" y="428283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0003B8D-6A5A-437C-A1E7-A35E9262A769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4609322"/>
            <a:ext cx="7278686" cy="1829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A79A3D7-2D26-4F18-BF0A-2E5E182EF140}"/>
              </a:ext>
            </a:extLst>
          </p:cNvPr>
          <p:cNvGrpSpPr/>
          <p:nvPr/>
        </p:nvGrpSpPr>
        <p:grpSpPr>
          <a:xfrm>
            <a:off x="5358109" y="4736206"/>
            <a:ext cx="208823" cy="145855"/>
            <a:chOff x="4789523" y="4931028"/>
            <a:chExt cx="208823" cy="145855"/>
          </a:xfrm>
        </p:grpSpPr>
        <p:sp>
          <p:nvSpPr>
            <p:cNvPr id="60" name="모서리가 둥근 직사각형 71">
              <a:extLst>
                <a:ext uri="{FF2B5EF4-FFF2-40B4-BE49-F238E27FC236}">
                  <a16:creationId xmlns:a16="http://schemas.microsoft.com/office/drawing/2014/main" id="{E4D7B144-2A7F-4041-9970-744A5FF3ED5A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B97E020-CCAE-4A37-ACB1-7F2CCDE9A787}"/>
                </a:ext>
              </a:extLst>
            </p:cNvPr>
            <p:cNvSpPr txBox="1"/>
            <p:nvPr/>
          </p:nvSpPr>
          <p:spPr>
            <a:xfrm>
              <a:off x="4822128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B5ADA35-B7BD-4B2E-B8E8-50C2A43C033A}"/>
              </a:ext>
            </a:extLst>
          </p:cNvPr>
          <p:cNvGrpSpPr/>
          <p:nvPr/>
        </p:nvGrpSpPr>
        <p:grpSpPr>
          <a:xfrm>
            <a:off x="3645819" y="4736206"/>
            <a:ext cx="208823" cy="145855"/>
            <a:chOff x="4789523" y="4931028"/>
            <a:chExt cx="208823" cy="145855"/>
          </a:xfrm>
        </p:grpSpPr>
        <p:sp>
          <p:nvSpPr>
            <p:cNvPr id="63" name="모서리가 둥근 직사각형 74">
              <a:extLst>
                <a:ext uri="{FF2B5EF4-FFF2-40B4-BE49-F238E27FC236}">
                  <a16:creationId xmlns:a16="http://schemas.microsoft.com/office/drawing/2014/main" id="{B716E7DB-CDBC-445A-9F1D-70D224E2E716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09D1E5D-82E8-45DE-BF2A-84523B8C1D17}"/>
                </a:ext>
              </a:extLst>
            </p:cNvPr>
            <p:cNvSpPr txBox="1"/>
            <p:nvPr/>
          </p:nvSpPr>
          <p:spPr>
            <a:xfrm>
              <a:off x="4811154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CBA9868-3855-45F3-B22C-46F155FB2A13}"/>
              </a:ext>
            </a:extLst>
          </p:cNvPr>
          <p:cNvSpPr/>
          <p:nvPr/>
        </p:nvSpPr>
        <p:spPr bwMode="auto">
          <a:xfrm>
            <a:off x="3962661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kumimoji="1" lang="ko-KR" altLang="en-US" sz="800" b="1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F6F54B7-9DDB-4067-89D5-C43532F31B2C}"/>
              </a:ext>
            </a:extLst>
          </p:cNvPr>
          <p:cNvSpPr/>
          <p:nvPr/>
        </p:nvSpPr>
        <p:spPr bwMode="auto">
          <a:xfrm>
            <a:off x="4244442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6A67C84-E326-4D1F-9239-3485FC957DE6}"/>
              </a:ext>
            </a:extLst>
          </p:cNvPr>
          <p:cNvSpPr/>
          <p:nvPr/>
        </p:nvSpPr>
        <p:spPr bwMode="auto">
          <a:xfrm>
            <a:off x="4526223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A6FEC3-37DE-4DC1-98E8-097059F0DBB7}"/>
              </a:ext>
            </a:extLst>
          </p:cNvPr>
          <p:cNvSpPr/>
          <p:nvPr/>
        </p:nvSpPr>
        <p:spPr bwMode="auto">
          <a:xfrm>
            <a:off x="4808004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77169E7-1C41-49B3-A3A2-B11DCEE697EF}"/>
              </a:ext>
            </a:extLst>
          </p:cNvPr>
          <p:cNvSpPr/>
          <p:nvPr/>
        </p:nvSpPr>
        <p:spPr bwMode="auto">
          <a:xfrm>
            <a:off x="5089785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687F27B-862C-4DB8-A114-D99F5284123C}"/>
              </a:ext>
            </a:extLst>
          </p:cNvPr>
          <p:cNvGrpSpPr/>
          <p:nvPr/>
        </p:nvGrpSpPr>
        <p:grpSpPr>
          <a:xfrm>
            <a:off x="5676517" y="4736206"/>
            <a:ext cx="291241" cy="145855"/>
            <a:chOff x="4789523" y="4931028"/>
            <a:chExt cx="291241" cy="145855"/>
          </a:xfrm>
        </p:grpSpPr>
        <p:sp>
          <p:nvSpPr>
            <p:cNvPr id="71" name="모서리가 둥근 직사각형 90">
              <a:extLst>
                <a:ext uri="{FF2B5EF4-FFF2-40B4-BE49-F238E27FC236}">
                  <a16:creationId xmlns:a16="http://schemas.microsoft.com/office/drawing/2014/main" id="{83703313-5B1C-4297-A2D3-E983E9232189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10B5336-05E4-437F-90A7-8796FAB74341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7D847507-D9D5-43A8-A746-5BD96C0F87CE}"/>
              </a:ext>
            </a:extLst>
          </p:cNvPr>
          <p:cNvGrpSpPr/>
          <p:nvPr/>
        </p:nvGrpSpPr>
        <p:grpSpPr>
          <a:xfrm>
            <a:off x="3256690" y="4736206"/>
            <a:ext cx="291241" cy="145855"/>
            <a:chOff x="4789523" y="4931028"/>
            <a:chExt cx="291241" cy="145855"/>
          </a:xfrm>
        </p:grpSpPr>
        <p:sp>
          <p:nvSpPr>
            <p:cNvPr id="74" name="모서리가 둥근 직사각형 93">
              <a:extLst>
                <a:ext uri="{FF2B5EF4-FFF2-40B4-BE49-F238E27FC236}">
                  <a16:creationId xmlns:a16="http://schemas.microsoft.com/office/drawing/2014/main" id="{6D1BBB93-3685-4159-A596-764E31BC0AE2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FC65AEC-025A-4F70-99B8-6379E49A7878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77" name="Oval 109">
            <a:extLst>
              <a:ext uri="{FF2B5EF4-FFF2-40B4-BE49-F238E27FC236}">
                <a16:creationId xmlns:a16="http://schemas.microsoft.com/office/drawing/2014/main" id="{14027E51-0BD9-46F0-98DC-581A16F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786" y="234156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78" name="Oval 109">
            <a:extLst>
              <a:ext uri="{FF2B5EF4-FFF2-40B4-BE49-F238E27FC236}">
                <a16:creationId xmlns:a16="http://schemas.microsoft.com/office/drawing/2014/main" id="{431302C7-D350-40C7-88B1-99897C89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063" y="416770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0CD8042-6E0A-8D70-7352-42AEAFB99B07}"/>
              </a:ext>
            </a:extLst>
          </p:cNvPr>
          <p:cNvSpPr/>
          <p:nvPr/>
        </p:nvSpPr>
        <p:spPr bwMode="auto">
          <a:xfrm>
            <a:off x="6689565" y="1583170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4" name="모서리가 둥근 직사각형 65">
            <a:extLst>
              <a:ext uri="{FF2B5EF4-FFF2-40B4-BE49-F238E27FC236}">
                <a16:creationId xmlns:a16="http://schemas.microsoft.com/office/drawing/2014/main" id="{1BB3024A-5535-EE4A-18CD-56E5851C1CE1}"/>
              </a:ext>
            </a:extLst>
          </p:cNvPr>
          <p:cNvSpPr/>
          <p:nvPr/>
        </p:nvSpPr>
        <p:spPr bwMode="auto">
          <a:xfrm>
            <a:off x="8409677" y="1583170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0E72D606-58ED-809A-E4DF-0A09C8561677}"/>
              </a:ext>
            </a:extLst>
          </p:cNvPr>
          <p:cNvGrpSpPr/>
          <p:nvPr/>
        </p:nvGrpSpPr>
        <p:grpSpPr>
          <a:xfrm>
            <a:off x="5553095" y="1592406"/>
            <a:ext cx="1093669" cy="186673"/>
            <a:chOff x="3798377" y="1887597"/>
            <a:chExt cx="1426495" cy="1790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43BF545-FCFB-B5D9-7596-49287B73A3A6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선택하세요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1D7389B3-C905-1D16-BB2B-4208C4E14DC3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98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32" y="14944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99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644" y="14737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986" y="180068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01" name="Oval 109">
            <a:extLst>
              <a:ext uri="{FF2B5EF4-FFF2-40B4-BE49-F238E27FC236}">
                <a16:creationId xmlns:a16="http://schemas.microsoft.com/office/drawing/2014/main" id="{14027E51-0BD9-46F0-98DC-581A16F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024" y="2533453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E118656-7BC3-B4E2-8DB6-19122138EB35}"/>
              </a:ext>
            </a:extLst>
          </p:cNvPr>
          <p:cNvSpPr/>
          <p:nvPr/>
        </p:nvSpPr>
        <p:spPr bwMode="auto">
          <a:xfrm>
            <a:off x="1775520" y="238564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775520" y="2580419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775520" y="279312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775520" y="2995363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873ED8B-76EF-09CE-93EC-6F86DEF18A1E}"/>
              </a:ext>
            </a:extLst>
          </p:cNvPr>
          <p:cNvSpPr/>
          <p:nvPr/>
        </p:nvSpPr>
        <p:spPr bwMode="auto">
          <a:xfrm>
            <a:off x="1775520" y="198160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E16E051-79EC-0D55-8DC2-3B170876817A}"/>
              </a:ext>
            </a:extLst>
          </p:cNvPr>
          <p:cNvSpPr/>
          <p:nvPr/>
        </p:nvSpPr>
        <p:spPr bwMode="auto">
          <a:xfrm>
            <a:off x="1775520" y="2183026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774486" y="3213650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778624" y="3413952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778624" y="3607995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778624" y="3819565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777590" y="402852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" name="모서리가 둥근 직사각형 65">
            <a:extLst>
              <a:ext uri="{FF2B5EF4-FFF2-40B4-BE49-F238E27FC236}">
                <a16:creationId xmlns:a16="http://schemas.microsoft.com/office/drawing/2014/main" id="{B0BA3D34-795B-3245-78E2-B6F8ACDD5021}"/>
              </a:ext>
            </a:extLst>
          </p:cNvPr>
          <p:cNvSpPr/>
          <p:nvPr/>
        </p:nvSpPr>
        <p:spPr bwMode="auto">
          <a:xfrm>
            <a:off x="1676145" y="429527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76" name="Oval 109">
            <a:extLst>
              <a:ext uri="{FF2B5EF4-FFF2-40B4-BE49-F238E27FC236}">
                <a16:creationId xmlns:a16="http://schemas.microsoft.com/office/drawing/2014/main" id="{431302C7-D350-40C7-88B1-99897C89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986" y="41971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37535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970079"/>
              </p:ext>
            </p:extLst>
          </p:nvPr>
        </p:nvGraphicFramePr>
        <p:xfrm>
          <a:off x="9182101" y="947377"/>
          <a:ext cx="2795588" cy="2513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웹 에디터를 사용하여 내용을 작성할 수 있도록 구성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웹에디터는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오픈소스 활용하여 구성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첨부파일을 찾을 수 있도록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PC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입력란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한세트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씩 추가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입력창은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개까지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내용을 저장하지 않고 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모든 항목을 입력 시는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등록되었습니다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 후 목록 화면으로 이동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알럿창은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자동으로 닫힘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항목을 입력 안 한 상태로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＂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확인후 입력해 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28620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615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공지사항관리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039124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KdbAF_Bomag_Regi_001</a:t>
            </a:r>
            <a:endParaRPr lang="ko-KR" altLang="en-US" sz="800" dirty="0"/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345B73A3-D406-4273-A76F-936CEC30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558232"/>
              </p:ext>
            </p:extLst>
          </p:nvPr>
        </p:nvGraphicFramePr>
        <p:xfrm>
          <a:off x="1704181" y="1537525"/>
          <a:ext cx="7277893" cy="3899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6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7496"/>
                  </a:ext>
                </a:extLst>
              </a:tr>
              <a:tr h="33616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4477"/>
                  </a:ext>
                </a:extLst>
              </a:tr>
            </a:tbl>
          </a:graphicData>
        </a:graphic>
      </p:graphicFrame>
      <p:sp>
        <p:nvSpPr>
          <p:cNvPr id="45" name="모서리가 둥근 직사각형 86">
            <a:extLst>
              <a:ext uri="{FF2B5EF4-FFF2-40B4-BE49-F238E27FC236}">
                <a16:creationId xmlns:a16="http://schemas.microsoft.com/office/drawing/2014/main" id="{6EA18077-B812-401A-ACC9-EB667F488E81}"/>
              </a:ext>
            </a:extLst>
          </p:cNvPr>
          <p:cNvSpPr/>
          <p:nvPr/>
        </p:nvSpPr>
        <p:spPr bwMode="auto">
          <a:xfrm>
            <a:off x="8372795" y="553440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46" name="모서리가 둥근 직사각형 87">
            <a:extLst>
              <a:ext uri="{FF2B5EF4-FFF2-40B4-BE49-F238E27FC236}">
                <a16:creationId xmlns:a16="http://schemas.microsoft.com/office/drawing/2014/main" id="{F95E3833-82ED-4BFB-989E-FEE898ABB00A}"/>
              </a:ext>
            </a:extLst>
          </p:cNvPr>
          <p:cNvSpPr/>
          <p:nvPr/>
        </p:nvSpPr>
        <p:spPr bwMode="auto">
          <a:xfrm>
            <a:off x="7677470" y="553440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79FBF2C-FCC3-4870-B167-0F65AEA16A9F}"/>
              </a:ext>
            </a:extLst>
          </p:cNvPr>
          <p:cNvSpPr/>
          <p:nvPr/>
        </p:nvSpPr>
        <p:spPr bwMode="auto">
          <a:xfrm>
            <a:off x="3362240" y="1573276"/>
            <a:ext cx="4959867" cy="1828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AA6FC985-2F0C-4D2A-93FA-3DA723ED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1202" y="541617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EAE8C471-C04A-4084-A2D2-AA84EFCE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701" y="54230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951D9C8-89A0-4951-946E-936260870AA9}"/>
              </a:ext>
            </a:extLst>
          </p:cNvPr>
          <p:cNvGrpSpPr/>
          <p:nvPr/>
        </p:nvGrpSpPr>
        <p:grpSpPr>
          <a:xfrm>
            <a:off x="3349466" y="1914513"/>
            <a:ext cx="5074918" cy="3178905"/>
            <a:chOff x="3253107" y="2178880"/>
            <a:chExt cx="5074918" cy="3178905"/>
          </a:xfrm>
        </p:grpSpPr>
        <p:pic>
          <p:nvPicPr>
            <p:cNvPr id="51" name="그림 50" descr="텍스트이(가) 표시된 사진&#10;&#10;자동 생성된 설명">
              <a:extLst>
                <a:ext uri="{FF2B5EF4-FFF2-40B4-BE49-F238E27FC236}">
                  <a16:creationId xmlns:a16="http://schemas.microsoft.com/office/drawing/2014/main" id="{A9BC3D88-885D-4C52-ACD2-33CE55B4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3107" y="2178880"/>
              <a:ext cx="5074918" cy="3178905"/>
            </a:xfrm>
            <a:prstGeom prst="rect">
              <a:avLst/>
            </a:prstGeom>
          </p:spPr>
        </p:pic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7761320-6203-41F7-9CF3-9C2B9254F5B6}"/>
                </a:ext>
              </a:extLst>
            </p:cNvPr>
            <p:cNvCxnSpPr/>
            <p:nvPr/>
          </p:nvCxnSpPr>
          <p:spPr bwMode="auto">
            <a:xfrm flipH="1">
              <a:off x="3253107" y="2227733"/>
              <a:ext cx="4959867" cy="305864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AB003D-040C-4934-9F5E-6AC6331BBB7B}"/>
                </a:ext>
              </a:extLst>
            </p:cNvPr>
            <p:cNvSpPr txBox="1"/>
            <p:nvPr/>
          </p:nvSpPr>
          <p:spPr>
            <a:xfrm>
              <a:off x="4904582" y="3652003"/>
              <a:ext cx="1790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웹 </a:t>
              </a:r>
              <a:r>
                <a:rPr lang="ko-KR" altLang="en-US" sz="1400" b="1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에디터 영역</a:t>
              </a:r>
              <a:endParaRPr lang="ko-KR" altLang="en-US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9" name="Oval 109">
            <a:extLst>
              <a:ext uri="{FF2B5EF4-FFF2-40B4-BE49-F238E27FC236}">
                <a16:creationId xmlns:a16="http://schemas.microsoft.com/office/drawing/2014/main" id="{D5DCA41E-0A79-4DA5-9E99-093C75845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305" y="181746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B115C9-917B-4F92-9C16-7215DF59E5B7}"/>
              </a:ext>
            </a:extLst>
          </p:cNvPr>
          <p:cNvSpPr/>
          <p:nvPr/>
        </p:nvSpPr>
        <p:spPr bwMode="auto">
          <a:xfrm>
            <a:off x="3374142" y="5225390"/>
            <a:ext cx="205168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모서리가 둥근 직사각형 85">
            <a:extLst>
              <a:ext uri="{FF2B5EF4-FFF2-40B4-BE49-F238E27FC236}">
                <a16:creationId xmlns:a16="http://schemas.microsoft.com/office/drawing/2014/main" id="{42475A86-8B4D-4EFF-A95D-9243BF046A18}"/>
              </a:ext>
            </a:extLst>
          </p:cNvPr>
          <p:cNvSpPr/>
          <p:nvPr/>
        </p:nvSpPr>
        <p:spPr bwMode="auto">
          <a:xfrm>
            <a:off x="5485228" y="521004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파일찾기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A7415D-C043-4848-AF83-7A413F87F95A}"/>
              </a:ext>
            </a:extLst>
          </p:cNvPr>
          <p:cNvSpPr txBox="1"/>
          <p:nvPr/>
        </p:nvSpPr>
        <p:spPr>
          <a:xfrm>
            <a:off x="6073208" y="5160171"/>
            <a:ext cx="232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Oval 109">
            <a:extLst>
              <a:ext uri="{FF2B5EF4-FFF2-40B4-BE49-F238E27FC236}">
                <a16:creationId xmlns:a16="http://schemas.microsoft.com/office/drawing/2014/main" id="{931BC31C-0D9C-4C92-A6D2-65F02BB4F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828" y="51266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84" name="Oval 109">
            <a:extLst>
              <a:ext uri="{FF2B5EF4-FFF2-40B4-BE49-F238E27FC236}">
                <a16:creationId xmlns:a16="http://schemas.microsoft.com/office/drawing/2014/main" id="{E7066D0E-A691-40C2-8CF3-130A0201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261" y="513617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4823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316538"/>
              </p:ext>
            </p:extLst>
          </p:nvPr>
        </p:nvGraphicFramePr>
        <p:xfrm>
          <a:off x="9182101" y="947377"/>
          <a:ext cx="2795588" cy="2147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공지사항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상세화면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첨부화일의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화일명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첨부화일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다운로드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 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Alert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메시지 노출 후 삭제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메시지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“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dirty="0"/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수정화면으로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2573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615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공지사항관리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030286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KdbAF_Bomag_Detail_001</a:t>
            </a:r>
            <a:endParaRPr lang="ko-KR" altLang="en-US" sz="800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45B73A3-D406-4273-A76F-936CEC30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441801"/>
              </p:ext>
            </p:extLst>
          </p:nvPr>
        </p:nvGraphicFramePr>
        <p:xfrm>
          <a:off x="1704181" y="1601626"/>
          <a:ext cx="724708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7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안녕하십니까</a:t>
                      </a: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하늘누리에서 알려드립니다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277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</a:t>
                      </a: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</a:t>
                      </a: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</a:t>
                      </a: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91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2026.03.20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421413"/>
                  </a:ext>
                </a:extLst>
              </a:tr>
            </a:tbl>
          </a:graphicData>
        </a:graphic>
      </p:graphicFrame>
      <p:sp>
        <p:nvSpPr>
          <p:cNvPr id="25" name="모서리가 둥근 직사각형 86">
            <a:extLst>
              <a:ext uri="{FF2B5EF4-FFF2-40B4-BE49-F238E27FC236}">
                <a16:creationId xmlns:a16="http://schemas.microsoft.com/office/drawing/2014/main" id="{6EA18077-B812-401A-ACC9-EB667F488E81}"/>
              </a:ext>
            </a:extLst>
          </p:cNvPr>
          <p:cNvSpPr/>
          <p:nvPr/>
        </p:nvSpPr>
        <p:spPr bwMode="auto">
          <a:xfrm>
            <a:off x="6973198" y="426119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26" name="모서리가 둥근 직사각형 87">
            <a:extLst>
              <a:ext uri="{FF2B5EF4-FFF2-40B4-BE49-F238E27FC236}">
                <a16:creationId xmlns:a16="http://schemas.microsoft.com/office/drawing/2014/main" id="{F95E3833-82ED-4BFB-989E-FEE898ABB00A}"/>
              </a:ext>
            </a:extLst>
          </p:cNvPr>
          <p:cNvSpPr/>
          <p:nvPr/>
        </p:nvSpPr>
        <p:spPr bwMode="auto">
          <a:xfrm>
            <a:off x="7668137" y="426119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27" name="Oval 109">
            <a:extLst>
              <a:ext uri="{FF2B5EF4-FFF2-40B4-BE49-F238E27FC236}">
                <a16:creationId xmlns:a16="http://schemas.microsoft.com/office/drawing/2014/main" id="{AA6FC985-2F0C-4D2A-93FA-3DA723ED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869" y="408839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8" name="Oval 109">
            <a:extLst>
              <a:ext uri="{FF2B5EF4-FFF2-40B4-BE49-F238E27FC236}">
                <a16:creationId xmlns:a16="http://schemas.microsoft.com/office/drawing/2014/main" id="{EAE8C471-C04A-4084-A2D2-AA84EFCE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104" y="408839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9" name="Oval 109">
            <a:extLst>
              <a:ext uri="{FF2B5EF4-FFF2-40B4-BE49-F238E27FC236}">
                <a16:creationId xmlns:a16="http://schemas.microsoft.com/office/drawing/2014/main" id="{D5DCA41E-0A79-4DA5-9E99-093C75845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783" y="147957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0" name="모서리가 둥근 직사각형 87">
            <a:extLst>
              <a:ext uri="{FF2B5EF4-FFF2-40B4-BE49-F238E27FC236}">
                <a16:creationId xmlns:a16="http://schemas.microsoft.com/office/drawing/2014/main" id="{8B5886FC-25BB-4B4A-BAD0-B4629D20679C}"/>
              </a:ext>
            </a:extLst>
          </p:cNvPr>
          <p:cNvSpPr/>
          <p:nvPr/>
        </p:nvSpPr>
        <p:spPr bwMode="auto">
          <a:xfrm>
            <a:off x="8363076" y="426119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31" name="Oval 109">
            <a:extLst>
              <a:ext uri="{FF2B5EF4-FFF2-40B4-BE49-F238E27FC236}">
                <a16:creationId xmlns:a16="http://schemas.microsoft.com/office/drawing/2014/main" id="{6AC4A9D1-281B-4BD5-94C6-1243B668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3368" y="408839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5" name="Oval 109">
            <a:extLst>
              <a:ext uri="{FF2B5EF4-FFF2-40B4-BE49-F238E27FC236}">
                <a16:creationId xmlns:a16="http://schemas.microsoft.com/office/drawing/2014/main" id="{CD635E88-966D-4B9C-9954-516DB37AF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803" y="402979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0760273-A32A-48F0-808E-7D0C4BF91695}"/>
              </a:ext>
            </a:extLst>
          </p:cNvPr>
          <p:cNvSpPr/>
          <p:nvPr/>
        </p:nvSpPr>
        <p:spPr>
          <a:xfrm>
            <a:off x="9238655" y="5231421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6CB9D5E-DC6A-8AF1-D181-EDB1DDB0124D}"/>
              </a:ext>
            </a:extLst>
          </p:cNvPr>
          <p:cNvCxnSpPr/>
          <p:nvPr/>
        </p:nvCxnSpPr>
        <p:spPr>
          <a:xfrm>
            <a:off x="9238655" y="5462331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8656D50-84CE-01CB-85E0-B3D386633578}"/>
              </a:ext>
            </a:extLst>
          </p:cNvPr>
          <p:cNvSpPr txBox="1"/>
          <p:nvPr/>
        </p:nvSpPr>
        <p:spPr>
          <a:xfrm>
            <a:off x="11261304" y="5231422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791236-9C2F-C43D-4F13-E7FEE75CD785}"/>
              </a:ext>
            </a:extLst>
          </p:cNvPr>
          <p:cNvSpPr txBox="1"/>
          <p:nvPr/>
        </p:nvSpPr>
        <p:spPr>
          <a:xfrm>
            <a:off x="9238655" y="5260053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03C217-B991-596B-9F4C-DDE976C09F12}"/>
              </a:ext>
            </a:extLst>
          </p:cNvPr>
          <p:cNvSpPr txBox="1"/>
          <p:nvPr/>
        </p:nvSpPr>
        <p:spPr>
          <a:xfrm>
            <a:off x="9303307" y="5545460"/>
            <a:ext cx="21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삭제하시면 데이터를 되돌릴 수 없습니다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정말 삭제하시겠습니까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?</a:t>
            </a:r>
            <a:endParaRPr lang="ko-KR" altLang="en-US" sz="900" dirty="0"/>
          </a:p>
        </p:txBody>
      </p:sp>
      <p:sp>
        <p:nvSpPr>
          <p:cNvPr id="42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9689474" y="5990216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3" name="모서리가 둥근 직사각형 86">
            <a:extLst>
              <a:ext uri="{FF2B5EF4-FFF2-40B4-BE49-F238E27FC236}">
                <a16:creationId xmlns:a16="http://schemas.microsoft.com/office/drawing/2014/main" id="{E2995AE4-F601-1EC1-7222-A69D11993A21}"/>
              </a:ext>
            </a:extLst>
          </p:cNvPr>
          <p:cNvSpPr/>
          <p:nvPr/>
        </p:nvSpPr>
        <p:spPr bwMode="auto">
          <a:xfrm>
            <a:off x="10324070" y="5986873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2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3378212" y="3166594"/>
            <a:ext cx="588963" cy="18534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다운로드</a:t>
            </a:r>
          </a:p>
        </p:txBody>
      </p:sp>
      <p:sp>
        <p:nvSpPr>
          <p:cNvPr id="44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3378211" y="3446418"/>
            <a:ext cx="588963" cy="18534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다운로드</a:t>
            </a:r>
          </a:p>
        </p:txBody>
      </p:sp>
      <p:sp>
        <p:nvSpPr>
          <p:cNvPr id="45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3369873" y="3707364"/>
            <a:ext cx="588963" cy="18534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다운로드</a:t>
            </a:r>
          </a:p>
        </p:txBody>
      </p:sp>
    </p:spTree>
    <p:extLst>
      <p:ext uri="{BB962C8B-B14F-4D97-AF65-F5344CB8AC3E}">
        <p14:creationId xmlns:p14="http://schemas.microsoft.com/office/powerpoint/2010/main" val="3898154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816675"/>
              </p:ext>
            </p:extLst>
          </p:nvPr>
        </p:nvGraphicFramePr>
        <p:xfrm>
          <a:off x="9182101" y="947377"/>
          <a:ext cx="2795588" cy="2756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까지 등록되므로 첨부파일이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개인 경우에는 첨부파일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등록창이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비활성화로 표시됨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하단에서 첨부파일을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첨부파일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활성화됨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 후 확인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삭제함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“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dirty="0"/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검증 후 수정 반영됨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및 내용이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입력안된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상태에서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다시 확인해주시기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3423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연합관리자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공지사항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615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공지사항관리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039124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HNA_Customer_Noticemodi_001</a:t>
            </a:r>
            <a:endParaRPr lang="ko-KR" altLang="en-US" sz="800" dirty="0"/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345B73A3-D406-4273-A76F-936CEC30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41408"/>
              </p:ext>
            </p:extLst>
          </p:nvPr>
        </p:nvGraphicFramePr>
        <p:xfrm>
          <a:off x="1704181" y="1537525"/>
          <a:ext cx="7277893" cy="4685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6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7496"/>
                  </a:ext>
                </a:extLst>
              </a:tr>
              <a:tr h="33616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u="none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4477"/>
                  </a:ext>
                </a:extLst>
              </a:tr>
            </a:tbl>
          </a:graphicData>
        </a:graphic>
      </p:graphicFrame>
      <p:sp>
        <p:nvSpPr>
          <p:cNvPr id="45" name="모서리가 둥근 직사각형 86">
            <a:extLst>
              <a:ext uri="{FF2B5EF4-FFF2-40B4-BE49-F238E27FC236}">
                <a16:creationId xmlns:a16="http://schemas.microsoft.com/office/drawing/2014/main" id="{6EA18077-B812-401A-ACC9-EB667F488E81}"/>
              </a:ext>
            </a:extLst>
          </p:cNvPr>
          <p:cNvSpPr/>
          <p:nvPr/>
        </p:nvSpPr>
        <p:spPr bwMode="auto">
          <a:xfrm>
            <a:off x="8393111" y="630778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46" name="모서리가 둥근 직사각형 87">
            <a:extLst>
              <a:ext uri="{FF2B5EF4-FFF2-40B4-BE49-F238E27FC236}">
                <a16:creationId xmlns:a16="http://schemas.microsoft.com/office/drawing/2014/main" id="{F95E3833-82ED-4BFB-989E-FEE898ABB00A}"/>
              </a:ext>
            </a:extLst>
          </p:cNvPr>
          <p:cNvSpPr/>
          <p:nvPr/>
        </p:nvSpPr>
        <p:spPr bwMode="auto">
          <a:xfrm>
            <a:off x="7697786" y="630778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79FBF2C-FCC3-4870-B167-0F65AEA16A9F}"/>
              </a:ext>
            </a:extLst>
          </p:cNvPr>
          <p:cNvSpPr/>
          <p:nvPr/>
        </p:nvSpPr>
        <p:spPr bwMode="auto">
          <a:xfrm>
            <a:off x="3362240" y="1573276"/>
            <a:ext cx="4959867" cy="1828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하늘누리에서 알려드립니다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AA6FC985-2F0C-4D2A-93FA-3DA723ED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18" y="618955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EAE8C471-C04A-4084-A2D2-AA84EFCE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3017" y="619645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951D9C8-89A0-4951-946E-936260870AA9}"/>
              </a:ext>
            </a:extLst>
          </p:cNvPr>
          <p:cNvGrpSpPr/>
          <p:nvPr/>
        </p:nvGrpSpPr>
        <p:grpSpPr>
          <a:xfrm>
            <a:off x="3349466" y="1914513"/>
            <a:ext cx="5074918" cy="3178905"/>
            <a:chOff x="3253107" y="2178880"/>
            <a:chExt cx="5074918" cy="3178905"/>
          </a:xfrm>
        </p:grpSpPr>
        <p:pic>
          <p:nvPicPr>
            <p:cNvPr id="51" name="그림 50" descr="텍스트이(가) 표시된 사진&#10;&#10;자동 생성된 설명">
              <a:extLst>
                <a:ext uri="{FF2B5EF4-FFF2-40B4-BE49-F238E27FC236}">
                  <a16:creationId xmlns:a16="http://schemas.microsoft.com/office/drawing/2014/main" id="{A9BC3D88-885D-4C52-ACD2-33CE55B4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3107" y="2178880"/>
              <a:ext cx="5074918" cy="3178905"/>
            </a:xfrm>
            <a:prstGeom prst="rect">
              <a:avLst/>
            </a:prstGeom>
          </p:spPr>
        </p:pic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7761320-6203-41F7-9CF3-9C2B9254F5B6}"/>
                </a:ext>
              </a:extLst>
            </p:cNvPr>
            <p:cNvCxnSpPr/>
            <p:nvPr/>
          </p:nvCxnSpPr>
          <p:spPr bwMode="auto">
            <a:xfrm flipH="1">
              <a:off x="3253107" y="2227733"/>
              <a:ext cx="4959867" cy="305864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AB003D-040C-4934-9F5E-6AC6331BBB7B}"/>
                </a:ext>
              </a:extLst>
            </p:cNvPr>
            <p:cNvSpPr txBox="1"/>
            <p:nvPr/>
          </p:nvSpPr>
          <p:spPr>
            <a:xfrm>
              <a:off x="4904582" y="3652003"/>
              <a:ext cx="1790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웹 </a:t>
              </a:r>
              <a:r>
                <a:rPr lang="ko-KR" altLang="en-US" sz="1400" b="1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에디터 영역</a:t>
              </a:r>
              <a:endParaRPr lang="ko-KR" altLang="en-US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B115C9-917B-4F92-9C16-7215DF59E5B7}"/>
              </a:ext>
            </a:extLst>
          </p:cNvPr>
          <p:cNvSpPr/>
          <p:nvPr/>
        </p:nvSpPr>
        <p:spPr bwMode="auto">
          <a:xfrm>
            <a:off x="3374142" y="5225390"/>
            <a:ext cx="2051685" cy="16192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모서리가 둥근 직사각형 85">
            <a:extLst>
              <a:ext uri="{FF2B5EF4-FFF2-40B4-BE49-F238E27FC236}">
                <a16:creationId xmlns:a16="http://schemas.microsoft.com/office/drawing/2014/main" id="{42475A86-8B4D-4EFF-A95D-9243BF046A18}"/>
              </a:ext>
            </a:extLst>
          </p:cNvPr>
          <p:cNvSpPr/>
          <p:nvPr/>
        </p:nvSpPr>
        <p:spPr bwMode="auto">
          <a:xfrm>
            <a:off x="5485228" y="5210049"/>
            <a:ext cx="588963" cy="200025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파일찾기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A7415D-C043-4848-AF83-7A413F87F95A}"/>
              </a:ext>
            </a:extLst>
          </p:cNvPr>
          <p:cNvSpPr txBox="1"/>
          <p:nvPr/>
        </p:nvSpPr>
        <p:spPr>
          <a:xfrm>
            <a:off x="6073208" y="5160171"/>
            <a:ext cx="232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Oval 109">
            <a:extLst>
              <a:ext uri="{FF2B5EF4-FFF2-40B4-BE49-F238E27FC236}">
                <a16:creationId xmlns:a16="http://schemas.microsoft.com/office/drawing/2014/main" id="{931BC31C-0D9C-4C92-A6D2-65F02BB4F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610" y="510406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84" name="Oval 109">
            <a:extLst>
              <a:ext uri="{FF2B5EF4-FFF2-40B4-BE49-F238E27FC236}">
                <a16:creationId xmlns:a16="http://schemas.microsoft.com/office/drawing/2014/main" id="{E7066D0E-A691-40C2-8CF3-130A0201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722" y="545906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42" y="2244436"/>
            <a:ext cx="4892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833482">
              <a:defRPr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lvl="0" defTabSz="833482">
              <a:defRPr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defTabSz="833482">
              <a:defRPr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안녕하십니까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하늘누리에서 알려드립니다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4617027" y="5502178"/>
            <a:ext cx="135082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617027" y="5775138"/>
            <a:ext cx="135082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617027" y="6051908"/>
            <a:ext cx="135082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381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946363"/>
              </p:ext>
            </p:extLst>
          </p:nvPr>
        </p:nvGraphicFramePr>
        <p:xfrm>
          <a:off x="9182101" y="947377"/>
          <a:ext cx="2795588" cy="2212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셀렉트 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+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작성자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 입력 후 검색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키워드에 맞는 검색결과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미답변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답변완료 두가지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상태값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존재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관리자가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답변글을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답변완료 상태로 변경됨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관리자가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답변등록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등록글아래에 댓글 형태로 노출됨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행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상세화면으로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27818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1:1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상담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839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 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267035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HN_Customer_Councellist_001</a:t>
            </a:r>
            <a:endParaRPr lang="ko-KR" altLang="en-US" sz="800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53B4062-2C52-4150-B892-42102D6B9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826731"/>
              </p:ext>
            </p:extLst>
          </p:nvPr>
        </p:nvGraphicFramePr>
        <p:xfrm>
          <a:off x="1703386" y="1911019"/>
          <a:ext cx="7278673" cy="226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325">
                  <a:extLst>
                    <a:ext uri="{9D8B030D-6E8A-4147-A177-3AD203B41FA5}">
                      <a16:colId xmlns:a16="http://schemas.microsoft.com/office/drawing/2014/main" val="3778820344"/>
                    </a:ext>
                  </a:extLst>
                </a:gridCol>
                <a:gridCol w="746468">
                  <a:extLst>
                    <a:ext uri="{9D8B030D-6E8A-4147-A177-3AD203B41FA5}">
                      <a16:colId xmlns:a16="http://schemas.microsoft.com/office/drawing/2014/main" val="3133355813"/>
                    </a:ext>
                  </a:extLst>
                </a:gridCol>
                <a:gridCol w="746468">
                  <a:extLst>
                    <a:ext uri="{9D8B030D-6E8A-4147-A177-3AD203B41FA5}">
                      <a16:colId xmlns:a16="http://schemas.microsoft.com/office/drawing/2014/main" val="2023218624"/>
                    </a:ext>
                  </a:extLst>
                </a:gridCol>
                <a:gridCol w="746468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상태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하늘누리에 고인을 모실려면 어떻게 하면 되나요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답변완료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﹄[Re]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문의에 안내드립니다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하늘누리에 고인을 모실려면 어떻게 하면 되나요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답변완료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﹄[Re]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문의에 안내드립니다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하늘누리에 고인을 모실려면 어떻게 하면 되나요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답변완료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﹄[Re]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문의에 안내드립니다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하늘누리에 고인을 모실려면 어떻게 하면 되나요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미답변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하늘누리에 고인을 모실려면 어떻게 하면 되나요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답변완료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﹄[Re]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문의에 안내드립니다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하늘누리에 고인을 모실려면 어떻게 하면 되나요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답변완료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2026.03.23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0003B8D-6A5A-437C-A1E7-A35E9262A769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4318374"/>
            <a:ext cx="7278686" cy="1829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A79A3D7-2D26-4F18-BF0A-2E5E182EF140}"/>
              </a:ext>
            </a:extLst>
          </p:cNvPr>
          <p:cNvGrpSpPr/>
          <p:nvPr/>
        </p:nvGrpSpPr>
        <p:grpSpPr>
          <a:xfrm>
            <a:off x="5358109" y="4445258"/>
            <a:ext cx="208823" cy="145855"/>
            <a:chOff x="4789523" y="4931028"/>
            <a:chExt cx="208823" cy="145855"/>
          </a:xfrm>
        </p:grpSpPr>
        <p:sp>
          <p:nvSpPr>
            <p:cNvPr id="60" name="모서리가 둥근 직사각형 71">
              <a:extLst>
                <a:ext uri="{FF2B5EF4-FFF2-40B4-BE49-F238E27FC236}">
                  <a16:creationId xmlns:a16="http://schemas.microsoft.com/office/drawing/2014/main" id="{E4D7B144-2A7F-4041-9970-744A5FF3ED5A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B97E020-CCAE-4A37-ACB1-7F2CCDE9A787}"/>
                </a:ext>
              </a:extLst>
            </p:cNvPr>
            <p:cNvSpPr txBox="1"/>
            <p:nvPr/>
          </p:nvSpPr>
          <p:spPr>
            <a:xfrm>
              <a:off x="4822128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B5ADA35-B7BD-4B2E-B8E8-50C2A43C033A}"/>
              </a:ext>
            </a:extLst>
          </p:cNvPr>
          <p:cNvGrpSpPr/>
          <p:nvPr/>
        </p:nvGrpSpPr>
        <p:grpSpPr>
          <a:xfrm>
            <a:off x="3645819" y="4445258"/>
            <a:ext cx="208823" cy="145855"/>
            <a:chOff x="4789523" y="4931028"/>
            <a:chExt cx="208823" cy="145855"/>
          </a:xfrm>
        </p:grpSpPr>
        <p:sp>
          <p:nvSpPr>
            <p:cNvPr id="63" name="모서리가 둥근 직사각형 74">
              <a:extLst>
                <a:ext uri="{FF2B5EF4-FFF2-40B4-BE49-F238E27FC236}">
                  <a16:creationId xmlns:a16="http://schemas.microsoft.com/office/drawing/2014/main" id="{B716E7DB-CDBC-445A-9F1D-70D224E2E716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09D1E5D-82E8-45DE-BF2A-84523B8C1D17}"/>
                </a:ext>
              </a:extLst>
            </p:cNvPr>
            <p:cNvSpPr txBox="1"/>
            <p:nvPr/>
          </p:nvSpPr>
          <p:spPr>
            <a:xfrm>
              <a:off x="4811154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CBA9868-3855-45F3-B22C-46F155FB2A13}"/>
              </a:ext>
            </a:extLst>
          </p:cNvPr>
          <p:cNvSpPr/>
          <p:nvPr/>
        </p:nvSpPr>
        <p:spPr bwMode="auto">
          <a:xfrm>
            <a:off x="3962661" y="441960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kumimoji="1" lang="ko-KR" altLang="en-US" sz="800" b="1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F6F54B7-9DDB-4067-89D5-C43532F31B2C}"/>
              </a:ext>
            </a:extLst>
          </p:cNvPr>
          <p:cNvSpPr/>
          <p:nvPr/>
        </p:nvSpPr>
        <p:spPr bwMode="auto">
          <a:xfrm>
            <a:off x="4244442" y="441960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6A67C84-E326-4D1F-9239-3485FC957DE6}"/>
              </a:ext>
            </a:extLst>
          </p:cNvPr>
          <p:cNvSpPr/>
          <p:nvPr/>
        </p:nvSpPr>
        <p:spPr bwMode="auto">
          <a:xfrm>
            <a:off x="4526223" y="441960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A6FEC3-37DE-4DC1-98E8-097059F0DBB7}"/>
              </a:ext>
            </a:extLst>
          </p:cNvPr>
          <p:cNvSpPr/>
          <p:nvPr/>
        </p:nvSpPr>
        <p:spPr bwMode="auto">
          <a:xfrm>
            <a:off x="4808004" y="441960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77169E7-1C41-49B3-A3A2-B11DCEE697EF}"/>
              </a:ext>
            </a:extLst>
          </p:cNvPr>
          <p:cNvSpPr/>
          <p:nvPr/>
        </p:nvSpPr>
        <p:spPr bwMode="auto">
          <a:xfrm>
            <a:off x="5089785" y="441960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687F27B-862C-4DB8-A114-D99F5284123C}"/>
              </a:ext>
            </a:extLst>
          </p:cNvPr>
          <p:cNvGrpSpPr/>
          <p:nvPr/>
        </p:nvGrpSpPr>
        <p:grpSpPr>
          <a:xfrm>
            <a:off x="5676517" y="4445258"/>
            <a:ext cx="291241" cy="145855"/>
            <a:chOff x="4789523" y="4931028"/>
            <a:chExt cx="291241" cy="145855"/>
          </a:xfrm>
        </p:grpSpPr>
        <p:sp>
          <p:nvSpPr>
            <p:cNvPr id="71" name="모서리가 둥근 직사각형 90">
              <a:extLst>
                <a:ext uri="{FF2B5EF4-FFF2-40B4-BE49-F238E27FC236}">
                  <a16:creationId xmlns:a16="http://schemas.microsoft.com/office/drawing/2014/main" id="{83703313-5B1C-4297-A2D3-E983E9232189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10B5336-05E4-437F-90A7-8796FAB74341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7D847507-D9D5-43A8-A746-5BD96C0F87CE}"/>
              </a:ext>
            </a:extLst>
          </p:cNvPr>
          <p:cNvGrpSpPr/>
          <p:nvPr/>
        </p:nvGrpSpPr>
        <p:grpSpPr>
          <a:xfrm>
            <a:off x="3256690" y="4445258"/>
            <a:ext cx="291241" cy="145855"/>
            <a:chOff x="4789523" y="4931028"/>
            <a:chExt cx="291241" cy="145855"/>
          </a:xfrm>
        </p:grpSpPr>
        <p:sp>
          <p:nvSpPr>
            <p:cNvPr id="74" name="모서리가 둥근 직사각형 93">
              <a:extLst>
                <a:ext uri="{FF2B5EF4-FFF2-40B4-BE49-F238E27FC236}">
                  <a16:creationId xmlns:a16="http://schemas.microsoft.com/office/drawing/2014/main" id="{6D1BBB93-3685-4159-A596-764E31BC0AE2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FC65AEC-025A-4F70-99B8-6379E49A7878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77" name="Oval 109">
            <a:extLst>
              <a:ext uri="{FF2B5EF4-FFF2-40B4-BE49-F238E27FC236}">
                <a16:creationId xmlns:a16="http://schemas.microsoft.com/office/drawing/2014/main" id="{14027E51-0BD9-46F0-98DC-581A16F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96" y="230864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0CD8042-6E0A-8D70-7352-42AEAFB99B07}"/>
              </a:ext>
            </a:extLst>
          </p:cNvPr>
          <p:cNvSpPr/>
          <p:nvPr/>
        </p:nvSpPr>
        <p:spPr bwMode="auto">
          <a:xfrm>
            <a:off x="6689565" y="1583170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4" name="모서리가 둥근 직사각형 65">
            <a:extLst>
              <a:ext uri="{FF2B5EF4-FFF2-40B4-BE49-F238E27FC236}">
                <a16:creationId xmlns:a16="http://schemas.microsoft.com/office/drawing/2014/main" id="{1BB3024A-5535-EE4A-18CD-56E5851C1CE1}"/>
              </a:ext>
            </a:extLst>
          </p:cNvPr>
          <p:cNvSpPr/>
          <p:nvPr/>
        </p:nvSpPr>
        <p:spPr bwMode="auto">
          <a:xfrm>
            <a:off x="8409677" y="1583170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0E72D606-58ED-809A-E4DF-0A09C8561677}"/>
              </a:ext>
            </a:extLst>
          </p:cNvPr>
          <p:cNvGrpSpPr/>
          <p:nvPr/>
        </p:nvGrpSpPr>
        <p:grpSpPr>
          <a:xfrm>
            <a:off x="5553095" y="1592406"/>
            <a:ext cx="1093669" cy="186673"/>
            <a:chOff x="3798377" y="1887597"/>
            <a:chExt cx="1426495" cy="1790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43BF545-FCFB-B5D9-7596-49287B73A3A6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선택하세요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1D7389B3-C905-1D16-BB2B-4208C4E14DC3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98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532" y="14944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99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644" y="14737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068" y="205234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80" name="Oval 109">
            <a:extLst>
              <a:ext uri="{FF2B5EF4-FFF2-40B4-BE49-F238E27FC236}">
                <a16:creationId xmlns:a16="http://schemas.microsoft.com/office/drawing/2014/main" id="{14027E51-0BD9-46F0-98DC-581A16F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96" y="290766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25068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모서리가 둥근 직사각형 39"/>
          <p:cNvSpPr/>
          <p:nvPr/>
        </p:nvSpPr>
        <p:spPr bwMode="auto">
          <a:xfrm>
            <a:off x="7634251" y="329742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41" name="모서리가 둥근 직사각형 40"/>
          <p:cNvSpPr/>
          <p:nvPr/>
        </p:nvSpPr>
        <p:spPr bwMode="auto">
          <a:xfrm>
            <a:off x="8362081" y="329742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답변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910184"/>
              </p:ext>
            </p:extLst>
          </p:nvPr>
        </p:nvGraphicFramePr>
        <p:xfrm>
          <a:off x="1703387" y="1580881"/>
          <a:ext cx="727868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345">
                  <a:extLst>
                    <a:ext uri="{9D8B030D-6E8A-4147-A177-3AD203B41FA5}">
                      <a16:colId xmlns:a16="http://schemas.microsoft.com/office/drawing/2014/main" val="269026254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63171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gildong@abc.co.kr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2018-02-01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188554"/>
              </p:ext>
            </p:extLst>
          </p:nvPr>
        </p:nvGraphicFramePr>
        <p:xfrm>
          <a:off x="9182101" y="947377"/>
          <a:ext cx="2795588" cy="209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노출되어 확인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해당 글이 삭제됨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Alert 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86168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1:1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상담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미답변 상태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839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 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256644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HN_Customer_Councelview_001</a:t>
            </a:r>
          </a:p>
        </p:txBody>
      </p:sp>
      <p:sp>
        <p:nvSpPr>
          <p:cNvPr id="98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629" y="314567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99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437" y="317034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1972" y="318223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2" name="모서리가 둥근 직사각형 41"/>
          <p:cNvSpPr/>
          <p:nvPr/>
        </p:nvSpPr>
        <p:spPr bwMode="auto">
          <a:xfrm>
            <a:off x="1703387" y="329807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878224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모서리가 둥근 직사각형 39"/>
          <p:cNvSpPr/>
          <p:nvPr/>
        </p:nvSpPr>
        <p:spPr bwMode="auto">
          <a:xfrm>
            <a:off x="7665281" y="479587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41" name="모서리가 둥근 직사각형 40"/>
          <p:cNvSpPr/>
          <p:nvPr/>
        </p:nvSpPr>
        <p:spPr bwMode="auto">
          <a:xfrm>
            <a:off x="8393111" y="479587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답변수정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593667"/>
              </p:ext>
            </p:extLst>
          </p:nvPr>
        </p:nvGraphicFramePr>
        <p:xfrm>
          <a:off x="1703387" y="1580881"/>
          <a:ext cx="7278687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345">
                  <a:extLst>
                    <a:ext uri="{9D8B030D-6E8A-4147-A177-3AD203B41FA5}">
                      <a16:colId xmlns:a16="http://schemas.microsoft.com/office/drawing/2014/main" val="269026254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63171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gildong@abc.co.kr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2026.03.20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0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답변드립니다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76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문의하신내용에 대한 답변을 드립니다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499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관리자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2026.03.21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59468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524302"/>
              </p:ext>
            </p:extLst>
          </p:nvPr>
        </p:nvGraphicFramePr>
        <p:xfrm>
          <a:off x="9182101" y="947377"/>
          <a:ext cx="2795588" cy="209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노출되어 확인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해당 글이 삭제됨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Alert 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답변수정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답변수정화면으로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95786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1:1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상담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답변완료 상태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839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 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267035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HN_Customer_Councelview_001</a:t>
            </a:r>
          </a:p>
        </p:txBody>
      </p:sp>
      <p:sp>
        <p:nvSpPr>
          <p:cNvPr id="98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659" y="464412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99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467" y="466879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3002" y="46806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2" name="모서리가 둥근 직사각형 41"/>
          <p:cNvSpPr/>
          <p:nvPr/>
        </p:nvSpPr>
        <p:spPr bwMode="auto">
          <a:xfrm>
            <a:off x="1734417" y="4796518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18087418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모서리가 둥근 직사각형 39"/>
          <p:cNvSpPr/>
          <p:nvPr/>
        </p:nvSpPr>
        <p:spPr bwMode="auto">
          <a:xfrm>
            <a:off x="7665281" y="620903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1" name="모서리가 둥근 직사각형 40"/>
          <p:cNvSpPr/>
          <p:nvPr/>
        </p:nvSpPr>
        <p:spPr bwMode="auto">
          <a:xfrm>
            <a:off x="8393111" y="620903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396300"/>
              </p:ext>
            </p:extLst>
          </p:nvPr>
        </p:nvGraphicFramePr>
        <p:xfrm>
          <a:off x="1703387" y="1580881"/>
          <a:ext cx="7278687" cy="4445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345">
                  <a:extLst>
                    <a:ext uri="{9D8B030D-6E8A-4147-A177-3AD203B41FA5}">
                      <a16:colId xmlns:a16="http://schemas.microsoft.com/office/drawing/2014/main" val="269026254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63171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gildong@abc.co.kr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2026.03.20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0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763594"/>
                  </a:ext>
                </a:extLst>
              </a:tr>
              <a:tr h="2128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499984"/>
                  </a:ext>
                </a:extLst>
              </a:tr>
              <a:tr h="2597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9157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994743"/>
              </p:ext>
            </p:extLst>
          </p:nvPr>
        </p:nvGraphicFramePr>
        <p:xfrm>
          <a:off x="9182101" y="947377"/>
          <a:ext cx="2795588" cy="196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관리자가 등록할 답변 영역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파일찾기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PC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+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창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셋트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추가노출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개까지 첨부파일 가능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검증 후 답변 등록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27818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1:1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상담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답변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839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 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267035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HNA_Customer_Replyrigo_001</a:t>
            </a:r>
          </a:p>
        </p:txBody>
      </p:sp>
      <p:sp>
        <p:nvSpPr>
          <p:cNvPr id="99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467" y="608195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3002" y="609384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951D9C8-89A0-4951-946E-936260870AA9}"/>
              </a:ext>
            </a:extLst>
          </p:cNvPr>
          <p:cNvGrpSpPr/>
          <p:nvPr/>
        </p:nvGrpSpPr>
        <p:grpSpPr>
          <a:xfrm>
            <a:off x="3396980" y="3679095"/>
            <a:ext cx="5585094" cy="2004732"/>
            <a:chOff x="3253107" y="2178880"/>
            <a:chExt cx="5074918" cy="3178905"/>
          </a:xfrm>
        </p:grpSpPr>
        <p:pic>
          <p:nvPicPr>
            <p:cNvPr id="16" name="그림 15" descr="텍스트이(가) 표시된 사진&#10;&#10;자동 생성된 설명">
              <a:extLst>
                <a:ext uri="{FF2B5EF4-FFF2-40B4-BE49-F238E27FC236}">
                  <a16:creationId xmlns:a16="http://schemas.microsoft.com/office/drawing/2014/main" id="{A9BC3D88-885D-4C52-ACD2-33CE55B4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3107" y="2178880"/>
              <a:ext cx="5074918" cy="3178905"/>
            </a:xfrm>
            <a:prstGeom prst="rect">
              <a:avLst/>
            </a:prstGeom>
          </p:spPr>
        </p:pic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87761320-6203-41F7-9CF3-9C2B9254F5B6}"/>
                </a:ext>
              </a:extLst>
            </p:cNvPr>
            <p:cNvCxnSpPr/>
            <p:nvPr/>
          </p:nvCxnSpPr>
          <p:spPr bwMode="auto">
            <a:xfrm flipH="1">
              <a:off x="3253107" y="2227733"/>
              <a:ext cx="4959867" cy="305864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AB003D-040C-4934-9F5E-6AC6331BBB7B}"/>
                </a:ext>
              </a:extLst>
            </p:cNvPr>
            <p:cNvSpPr txBox="1"/>
            <p:nvPr/>
          </p:nvSpPr>
          <p:spPr>
            <a:xfrm>
              <a:off x="4904582" y="3652003"/>
              <a:ext cx="1790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웹 </a:t>
              </a:r>
              <a:r>
                <a:rPr lang="ko-KR" altLang="en-US" sz="1400" b="1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에디터 영역</a:t>
              </a:r>
              <a:endParaRPr lang="ko-KR" altLang="en-US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9FBF2C-FCC3-4870-B167-0F65AEA16A9F}"/>
              </a:ext>
            </a:extLst>
          </p:cNvPr>
          <p:cNvSpPr/>
          <p:nvPr/>
        </p:nvSpPr>
        <p:spPr bwMode="auto">
          <a:xfrm>
            <a:off x="3365807" y="3433790"/>
            <a:ext cx="4959867" cy="17667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786" y="326099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B115C9-917B-4F92-9C16-7215DF59E5B7}"/>
              </a:ext>
            </a:extLst>
          </p:cNvPr>
          <p:cNvSpPr/>
          <p:nvPr/>
        </p:nvSpPr>
        <p:spPr bwMode="auto">
          <a:xfrm>
            <a:off x="3374142" y="5817676"/>
            <a:ext cx="205168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" name="모서리가 둥근 직사각형 85">
            <a:extLst>
              <a:ext uri="{FF2B5EF4-FFF2-40B4-BE49-F238E27FC236}">
                <a16:creationId xmlns:a16="http://schemas.microsoft.com/office/drawing/2014/main" id="{42475A86-8B4D-4EFF-A95D-9243BF046A18}"/>
              </a:ext>
            </a:extLst>
          </p:cNvPr>
          <p:cNvSpPr/>
          <p:nvPr/>
        </p:nvSpPr>
        <p:spPr bwMode="auto">
          <a:xfrm>
            <a:off x="5485228" y="5802335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파일찾기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7415D-C043-4848-AF83-7A413F87F95A}"/>
              </a:ext>
            </a:extLst>
          </p:cNvPr>
          <p:cNvSpPr txBox="1"/>
          <p:nvPr/>
        </p:nvSpPr>
        <p:spPr>
          <a:xfrm>
            <a:off x="6073208" y="5752457"/>
            <a:ext cx="232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828" y="564730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6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677" y="564730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93673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모서리가 둥근 직사각형 39"/>
          <p:cNvSpPr/>
          <p:nvPr/>
        </p:nvSpPr>
        <p:spPr bwMode="auto">
          <a:xfrm>
            <a:off x="7665281" y="620903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1" name="모서리가 둥근 직사각형 40"/>
          <p:cNvSpPr/>
          <p:nvPr/>
        </p:nvSpPr>
        <p:spPr bwMode="auto">
          <a:xfrm>
            <a:off x="8393111" y="620903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348882"/>
              </p:ext>
            </p:extLst>
          </p:nvPr>
        </p:nvGraphicFramePr>
        <p:xfrm>
          <a:off x="1703387" y="1580881"/>
          <a:ext cx="7278687" cy="4445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345">
                  <a:extLst>
                    <a:ext uri="{9D8B030D-6E8A-4147-A177-3AD203B41FA5}">
                      <a16:colId xmlns:a16="http://schemas.microsoft.com/office/drawing/2014/main" val="269026254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63171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문의드립니다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gildong@abc.co.kr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2026.03.20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0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763594"/>
                  </a:ext>
                </a:extLst>
              </a:tr>
              <a:tr h="21286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499984"/>
                  </a:ext>
                </a:extLst>
              </a:tr>
              <a:tr h="2597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9157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416007"/>
              </p:ext>
            </p:extLst>
          </p:nvPr>
        </p:nvGraphicFramePr>
        <p:xfrm>
          <a:off x="9182101" y="947377"/>
          <a:ext cx="2795588" cy="221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수정 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검증 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수정반영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미입력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상태에서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다시 확인해주시기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4705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1:1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상담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답변수정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839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1:1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 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267035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HNA_Customer_Replyrigo_001</a:t>
            </a:r>
          </a:p>
        </p:txBody>
      </p:sp>
      <p:sp>
        <p:nvSpPr>
          <p:cNvPr id="99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467" y="608195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3002" y="609384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951D9C8-89A0-4951-946E-936260870AA9}"/>
              </a:ext>
            </a:extLst>
          </p:cNvPr>
          <p:cNvGrpSpPr/>
          <p:nvPr/>
        </p:nvGrpSpPr>
        <p:grpSpPr>
          <a:xfrm>
            <a:off x="3396980" y="3679095"/>
            <a:ext cx="5585094" cy="2004732"/>
            <a:chOff x="3253107" y="2178880"/>
            <a:chExt cx="5074918" cy="3178905"/>
          </a:xfrm>
        </p:grpSpPr>
        <p:pic>
          <p:nvPicPr>
            <p:cNvPr id="16" name="그림 15" descr="텍스트이(가) 표시된 사진&#10;&#10;자동 생성된 설명">
              <a:extLst>
                <a:ext uri="{FF2B5EF4-FFF2-40B4-BE49-F238E27FC236}">
                  <a16:creationId xmlns:a16="http://schemas.microsoft.com/office/drawing/2014/main" id="{A9BC3D88-885D-4C52-ACD2-33CE55B4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3107" y="2178880"/>
              <a:ext cx="5074918" cy="3178905"/>
            </a:xfrm>
            <a:prstGeom prst="rect">
              <a:avLst/>
            </a:prstGeom>
          </p:spPr>
        </p:pic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87761320-6203-41F7-9CF3-9C2B9254F5B6}"/>
                </a:ext>
              </a:extLst>
            </p:cNvPr>
            <p:cNvCxnSpPr/>
            <p:nvPr/>
          </p:nvCxnSpPr>
          <p:spPr bwMode="auto">
            <a:xfrm flipH="1">
              <a:off x="3253107" y="2227733"/>
              <a:ext cx="4959867" cy="305864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AB003D-040C-4934-9F5E-6AC6331BBB7B}"/>
                </a:ext>
              </a:extLst>
            </p:cNvPr>
            <p:cNvSpPr txBox="1"/>
            <p:nvPr/>
          </p:nvSpPr>
          <p:spPr>
            <a:xfrm>
              <a:off x="4904582" y="3652003"/>
              <a:ext cx="1790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웹 </a:t>
              </a:r>
              <a:r>
                <a:rPr lang="ko-KR" altLang="en-US" sz="1400" b="1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에디터 영역</a:t>
              </a:r>
              <a:endParaRPr lang="ko-KR" altLang="en-US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9FBF2C-FCC3-4870-B167-0F65AEA16A9F}"/>
              </a:ext>
            </a:extLst>
          </p:cNvPr>
          <p:cNvSpPr/>
          <p:nvPr/>
        </p:nvSpPr>
        <p:spPr bwMode="auto">
          <a:xfrm>
            <a:off x="3365807" y="3433790"/>
            <a:ext cx="4959867" cy="17667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ko-KR" altLang="en-US" sz="800" dirty="0" err="1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답변드립니다</a:t>
            </a: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B115C9-917B-4F92-9C16-7215DF59E5B7}"/>
              </a:ext>
            </a:extLst>
          </p:cNvPr>
          <p:cNvSpPr/>
          <p:nvPr/>
        </p:nvSpPr>
        <p:spPr bwMode="auto">
          <a:xfrm>
            <a:off x="3374142" y="5817676"/>
            <a:ext cx="205168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" name="모서리가 둥근 직사각형 85">
            <a:extLst>
              <a:ext uri="{FF2B5EF4-FFF2-40B4-BE49-F238E27FC236}">
                <a16:creationId xmlns:a16="http://schemas.microsoft.com/office/drawing/2014/main" id="{42475A86-8B4D-4EFF-A95D-9243BF046A18}"/>
              </a:ext>
            </a:extLst>
          </p:cNvPr>
          <p:cNvSpPr/>
          <p:nvPr/>
        </p:nvSpPr>
        <p:spPr bwMode="auto">
          <a:xfrm>
            <a:off x="5485228" y="5802335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파일찾기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7415D-C043-4848-AF83-7A413F87F95A}"/>
              </a:ext>
            </a:extLst>
          </p:cNvPr>
          <p:cNvSpPr txBox="1"/>
          <p:nvPr/>
        </p:nvSpPr>
        <p:spPr>
          <a:xfrm>
            <a:off x="6073208" y="5752457"/>
            <a:ext cx="232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80955" y="3865418"/>
            <a:ext cx="53745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문의하신내용에 대한 답변을 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6899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188554"/>
              </p:ext>
            </p:extLst>
          </p:nvPr>
        </p:nvGraphicFramePr>
        <p:xfrm>
          <a:off x="9182101" y="947377"/>
          <a:ext cx="2795588" cy="209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 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노출되어 확인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해당 글이 삭제됨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Alert 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답변화면으로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19688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자료실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자료실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485246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HNA_Customer_Referenlist_001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53B4062-2C52-4150-B892-42102D6B9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735967"/>
              </p:ext>
            </p:extLst>
          </p:nvPr>
        </p:nvGraphicFramePr>
        <p:xfrm>
          <a:off x="1703386" y="1911019"/>
          <a:ext cx="7278687" cy="226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335">
                  <a:extLst>
                    <a:ext uri="{9D8B030D-6E8A-4147-A177-3AD203B41FA5}">
                      <a16:colId xmlns:a16="http://schemas.microsoft.com/office/drawing/2014/main" val="3778820344"/>
                    </a:ext>
                  </a:extLst>
                </a:gridCol>
                <a:gridCol w="746469">
                  <a:extLst>
                    <a:ext uri="{9D8B030D-6E8A-4147-A177-3AD203B41FA5}">
                      <a16:colId xmlns:a16="http://schemas.microsoft.com/office/drawing/2014/main" val="2023218624"/>
                    </a:ext>
                  </a:extLst>
                </a:gridCol>
                <a:gridCol w="937892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555046">
                  <a:extLst>
                    <a:ext uri="{9D8B030D-6E8A-4147-A177-3AD203B41FA5}">
                      <a16:colId xmlns:a16="http://schemas.microsoft.com/office/drawing/2014/main" val="3213221470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청약관련 자료를 공유합니다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청약관련 자료를 공유합니다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Admin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6" name="모서리가 둥근 직사각형 65">
            <a:extLst>
              <a:ext uri="{FF2B5EF4-FFF2-40B4-BE49-F238E27FC236}">
                <a16:creationId xmlns:a16="http://schemas.microsoft.com/office/drawing/2014/main" id="{A677EDF4-D9D1-4FB1-BB21-7AB36FF82C46}"/>
              </a:ext>
            </a:extLst>
          </p:cNvPr>
          <p:cNvSpPr/>
          <p:nvPr/>
        </p:nvSpPr>
        <p:spPr bwMode="auto">
          <a:xfrm>
            <a:off x="8393111" y="4282832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0003B8D-6A5A-437C-A1E7-A35E9262A769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4609322"/>
            <a:ext cx="7278686" cy="1829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A79A3D7-2D26-4F18-BF0A-2E5E182EF140}"/>
              </a:ext>
            </a:extLst>
          </p:cNvPr>
          <p:cNvGrpSpPr/>
          <p:nvPr/>
        </p:nvGrpSpPr>
        <p:grpSpPr>
          <a:xfrm>
            <a:off x="5358109" y="4736206"/>
            <a:ext cx="208823" cy="145855"/>
            <a:chOff x="4789523" y="4931028"/>
            <a:chExt cx="208823" cy="145855"/>
          </a:xfrm>
        </p:grpSpPr>
        <p:sp>
          <p:nvSpPr>
            <p:cNvPr id="19" name="모서리가 둥근 직사각형 71">
              <a:extLst>
                <a:ext uri="{FF2B5EF4-FFF2-40B4-BE49-F238E27FC236}">
                  <a16:creationId xmlns:a16="http://schemas.microsoft.com/office/drawing/2014/main" id="{E4D7B144-2A7F-4041-9970-744A5FF3ED5A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B97E020-CCAE-4A37-ACB1-7F2CCDE9A787}"/>
                </a:ext>
              </a:extLst>
            </p:cNvPr>
            <p:cNvSpPr txBox="1"/>
            <p:nvPr/>
          </p:nvSpPr>
          <p:spPr>
            <a:xfrm>
              <a:off x="4822128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B5ADA35-B7BD-4B2E-B8E8-50C2A43C033A}"/>
              </a:ext>
            </a:extLst>
          </p:cNvPr>
          <p:cNvGrpSpPr/>
          <p:nvPr/>
        </p:nvGrpSpPr>
        <p:grpSpPr>
          <a:xfrm>
            <a:off x="3645819" y="4736206"/>
            <a:ext cx="208823" cy="145855"/>
            <a:chOff x="4789523" y="4931028"/>
            <a:chExt cx="208823" cy="145855"/>
          </a:xfrm>
        </p:grpSpPr>
        <p:sp>
          <p:nvSpPr>
            <p:cNvPr id="22" name="모서리가 둥근 직사각형 74">
              <a:extLst>
                <a:ext uri="{FF2B5EF4-FFF2-40B4-BE49-F238E27FC236}">
                  <a16:creationId xmlns:a16="http://schemas.microsoft.com/office/drawing/2014/main" id="{B716E7DB-CDBC-445A-9F1D-70D224E2E716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9D1E5D-82E8-45DE-BF2A-84523B8C1D17}"/>
                </a:ext>
              </a:extLst>
            </p:cNvPr>
            <p:cNvSpPr txBox="1"/>
            <p:nvPr/>
          </p:nvSpPr>
          <p:spPr>
            <a:xfrm>
              <a:off x="4811154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BA9868-3855-45F3-B22C-46F155FB2A13}"/>
              </a:ext>
            </a:extLst>
          </p:cNvPr>
          <p:cNvSpPr/>
          <p:nvPr/>
        </p:nvSpPr>
        <p:spPr bwMode="auto">
          <a:xfrm>
            <a:off x="3962661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kumimoji="1" lang="ko-KR" altLang="en-US" sz="800" b="1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F6F54B7-9DDB-4067-89D5-C43532F31B2C}"/>
              </a:ext>
            </a:extLst>
          </p:cNvPr>
          <p:cNvSpPr/>
          <p:nvPr/>
        </p:nvSpPr>
        <p:spPr bwMode="auto">
          <a:xfrm>
            <a:off x="4244442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6A67C84-E326-4D1F-9239-3485FC957DE6}"/>
              </a:ext>
            </a:extLst>
          </p:cNvPr>
          <p:cNvSpPr/>
          <p:nvPr/>
        </p:nvSpPr>
        <p:spPr bwMode="auto">
          <a:xfrm>
            <a:off x="4526223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A6FEC3-37DE-4DC1-98E8-097059F0DBB7}"/>
              </a:ext>
            </a:extLst>
          </p:cNvPr>
          <p:cNvSpPr/>
          <p:nvPr/>
        </p:nvSpPr>
        <p:spPr bwMode="auto">
          <a:xfrm>
            <a:off x="4808004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77169E7-1C41-49B3-A3A2-B11DCEE697EF}"/>
              </a:ext>
            </a:extLst>
          </p:cNvPr>
          <p:cNvSpPr/>
          <p:nvPr/>
        </p:nvSpPr>
        <p:spPr bwMode="auto">
          <a:xfrm>
            <a:off x="5089785" y="4710554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687F27B-862C-4DB8-A114-D99F5284123C}"/>
              </a:ext>
            </a:extLst>
          </p:cNvPr>
          <p:cNvGrpSpPr/>
          <p:nvPr/>
        </p:nvGrpSpPr>
        <p:grpSpPr>
          <a:xfrm>
            <a:off x="5676517" y="4736206"/>
            <a:ext cx="291241" cy="145855"/>
            <a:chOff x="4789523" y="4931028"/>
            <a:chExt cx="291241" cy="145855"/>
          </a:xfrm>
        </p:grpSpPr>
        <p:sp>
          <p:nvSpPr>
            <p:cNvPr id="30" name="모서리가 둥근 직사각형 90">
              <a:extLst>
                <a:ext uri="{FF2B5EF4-FFF2-40B4-BE49-F238E27FC236}">
                  <a16:creationId xmlns:a16="http://schemas.microsoft.com/office/drawing/2014/main" id="{83703313-5B1C-4297-A2D3-E983E9232189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10B5336-05E4-437F-90A7-8796FAB74341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D847507-D9D5-43A8-A746-5BD96C0F87CE}"/>
              </a:ext>
            </a:extLst>
          </p:cNvPr>
          <p:cNvGrpSpPr/>
          <p:nvPr/>
        </p:nvGrpSpPr>
        <p:grpSpPr>
          <a:xfrm>
            <a:off x="3256690" y="4736206"/>
            <a:ext cx="291241" cy="145855"/>
            <a:chOff x="4789523" y="4931028"/>
            <a:chExt cx="291241" cy="145855"/>
          </a:xfrm>
        </p:grpSpPr>
        <p:sp>
          <p:nvSpPr>
            <p:cNvPr id="34" name="모서리가 둥근 직사각형 93">
              <a:extLst>
                <a:ext uri="{FF2B5EF4-FFF2-40B4-BE49-F238E27FC236}">
                  <a16:creationId xmlns:a16="http://schemas.microsoft.com/office/drawing/2014/main" id="{6D1BBB93-3685-4159-A596-764E31BC0AE2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FC65AEC-025A-4F70-99B8-6379E49A7878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36" name="Oval 109">
            <a:extLst>
              <a:ext uri="{FF2B5EF4-FFF2-40B4-BE49-F238E27FC236}">
                <a16:creationId xmlns:a16="http://schemas.microsoft.com/office/drawing/2014/main" id="{431302C7-D350-40C7-88B1-99897C89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063" y="416770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0CD8042-6E0A-8D70-7352-42AEAFB99B07}"/>
              </a:ext>
            </a:extLst>
          </p:cNvPr>
          <p:cNvSpPr/>
          <p:nvPr/>
        </p:nvSpPr>
        <p:spPr bwMode="auto">
          <a:xfrm>
            <a:off x="6689565" y="1583170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3" name="모서리가 둥근 직사각형 65">
            <a:extLst>
              <a:ext uri="{FF2B5EF4-FFF2-40B4-BE49-F238E27FC236}">
                <a16:creationId xmlns:a16="http://schemas.microsoft.com/office/drawing/2014/main" id="{1BB3024A-5535-EE4A-18CD-56E5851C1CE1}"/>
              </a:ext>
            </a:extLst>
          </p:cNvPr>
          <p:cNvSpPr/>
          <p:nvPr/>
        </p:nvSpPr>
        <p:spPr bwMode="auto">
          <a:xfrm>
            <a:off x="8409677" y="1583170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E72D606-58ED-809A-E4DF-0A09C8561677}"/>
              </a:ext>
            </a:extLst>
          </p:cNvPr>
          <p:cNvGrpSpPr/>
          <p:nvPr/>
        </p:nvGrpSpPr>
        <p:grpSpPr>
          <a:xfrm>
            <a:off x="5553095" y="1592406"/>
            <a:ext cx="1093669" cy="186673"/>
            <a:chOff x="3798377" y="1887597"/>
            <a:chExt cx="1426495" cy="179035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43BF545-FCFB-B5D9-7596-49287B73A3A6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선택하세요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D7389B3-C905-1D16-BB2B-4208C4E14DC3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47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644" y="14737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61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7770" y="1483812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pic>
        <p:nvPicPr>
          <p:cNvPr id="1028" name="Picture 4" descr="첨부 파일 - 무료 파일 및 폴더개 아이콘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961" y="2120204"/>
            <a:ext cx="194393" cy="1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4" descr="첨부 파일 - 무료 파일 및 폴더개 아이콘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961" y="2523782"/>
            <a:ext cx="194393" cy="1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4" descr="첨부 파일 - 무료 파일 및 폴더개 아이콘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8160" y="2732142"/>
            <a:ext cx="194393" cy="1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4" descr="첨부 파일 - 무료 파일 및 폴더개 아이콘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551" y="3135720"/>
            <a:ext cx="194393" cy="1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4" descr="첨부 파일 - 무료 파일 및 폴더개 아이콘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551" y="3363894"/>
            <a:ext cx="194393" cy="1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첨부 파일 - 무료 파일 및 폴더개 아이콘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551" y="3552135"/>
            <a:ext cx="194393" cy="1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첨부 파일 - 무료 파일 및 폴더개 아이콘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551" y="3769918"/>
            <a:ext cx="194393" cy="1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첨부 파일 - 무료 파일 및 폴더개 아이콘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551" y="3967234"/>
            <a:ext cx="194393" cy="19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598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970079"/>
              </p:ext>
            </p:extLst>
          </p:nvPr>
        </p:nvGraphicFramePr>
        <p:xfrm>
          <a:off x="9182101" y="947377"/>
          <a:ext cx="2795588" cy="2513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웹 에디터를 사용하여 내용을 작성할 수 있도록 구성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웹에디터는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오픈소스 활용하여 구성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첨부파일을 찾을 수 있도록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PC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입력란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한세트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씩 추가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입력창은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개까지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취소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내용을 저장하지 않고 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모든 항목을 입력 시는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등록되었습니다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 후 목록 화면으로 이동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알럿창은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자동으로 닫힘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항목을 입력 안 한 상태로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＂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확인후 입력해 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노출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197682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자료실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자료실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485937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HNA_Customer_Referenrigo_001</a:t>
            </a:r>
            <a:endParaRPr lang="ko-KR" altLang="en-US" sz="800" dirty="0"/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345B73A3-D406-4273-A76F-936CEC30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558232"/>
              </p:ext>
            </p:extLst>
          </p:nvPr>
        </p:nvGraphicFramePr>
        <p:xfrm>
          <a:off x="1704181" y="1537525"/>
          <a:ext cx="7277893" cy="3899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6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7496"/>
                  </a:ext>
                </a:extLst>
              </a:tr>
              <a:tr h="33616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4477"/>
                  </a:ext>
                </a:extLst>
              </a:tr>
            </a:tbl>
          </a:graphicData>
        </a:graphic>
      </p:graphicFrame>
      <p:sp>
        <p:nvSpPr>
          <p:cNvPr id="45" name="모서리가 둥근 직사각형 86">
            <a:extLst>
              <a:ext uri="{FF2B5EF4-FFF2-40B4-BE49-F238E27FC236}">
                <a16:creationId xmlns:a16="http://schemas.microsoft.com/office/drawing/2014/main" id="{6EA18077-B812-401A-ACC9-EB667F488E81}"/>
              </a:ext>
            </a:extLst>
          </p:cNvPr>
          <p:cNvSpPr/>
          <p:nvPr/>
        </p:nvSpPr>
        <p:spPr bwMode="auto">
          <a:xfrm>
            <a:off x="8372795" y="553440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46" name="모서리가 둥근 직사각형 87">
            <a:extLst>
              <a:ext uri="{FF2B5EF4-FFF2-40B4-BE49-F238E27FC236}">
                <a16:creationId xmlns:a16="http://schemas.microsoft.com/office/drawing/2014/main" id="{F95E3833-82ED-4BFB-989E-FEE898ABB00A}"/>
              </a:ext>
            </a:extLst>
          </p:cNvPr>
          <p:cNvSpPr/>
          <p:nvPr/>
        </p:nvSpPr>
        <p:spPr bwMode="auto">
          <a:xfrm>
            <a:off x="7677470" y="5534407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79FBF2C-FCC3-4870-B167-0F65AEA16A9F}"/>
              </a:ext>
            </a:extLst>
          </p:cNvPr>
          <p:cNvSpPr/>
          <p:nvPr/>
        </p:nvSpPr>
        <p:spPr bwMode="auto">
          <a:xfrm>
            <a:off x="3362240" y="1573276"/>
            <a:ext cx="4959867" cy="1828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AA6FC985-2F0C-4D2A-93FA-3DA723ED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1202" y="541617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EAE8C471-C04A-4084-A2D2-AA84EFCE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701" y="5423078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951D9C8-89A0-4951-946E-936260870AA9}"/>
              </a:ext>
            </a:extLst>
          </p:cNvPr>
          <p:cNvGrpSpPr/>
          <p:nvPr/>
        </p:nvGrpSpPr>
        <p:grpSpPr>
          <a:xfrm>
            <a:off x="3349466" y="1914513"/>
            <a:ext cx="5074918" cy="3178905"/>
            <a:chOff x="3253107" y="2178880"/>
            <a:chExt cx="5074918" cy="3178905"/>
          </a:xfrm>
        </p:grpSpPr>
        <p:pic>
          <p:nvPicPr>
            <p:cNvPr id="51" name="그림 50" descr="텍스트이(가) 표시된 사진&#10;&#10;자동 생성된 설명">
              <a:extLst>
                <a:ext uri="{FF2B5EF4-FFF2-40B4-BE49-F238E27FC236}">
                  <a16:creationId xmlns:a16="http://schemas.microsoft.com/office/drawing/2014/main" id="{A9BC3D88-885D-4C52-ACD2-33CE55B4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3107" y="2178880"/>
              <a:ext cx="5074918" cy="3178905"/>
            </a:xfrm>
            <a:prstGeom prst="rect">
              <a:avLst/>
            </a:prstGeom>
          </p:spPr>
        </p:pic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7761320-6203-41F7-9CF3-9C2B9254F5B6}"/>
                </a:ext>
              </a:extLst>
            </p:cNvPr>
            <p:cNvCxnSpPr/>
            <p:nvPr/>
          </p:nvCxnSpPr>
          <p:spPr bwMode="auto">
            <a:xfrm flipH="1">
              <a:off x="3253107" y="2227733"/>
              <a:ext cx="4959867" cy="305864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AB003D-040C-4934-9F5E-6AC6331BBB7B}"/>
                </a:ext>
              </a:extLst>
            </p:cNvPr>
            <p:cNvSpPr txBox="1"/>
            <p:nvPr/>
          </p:nvSpPr>
          <p:spPr>
            <a:xfrm>
              <a:off x="4904582" y="3652003"/>
              <a:ext cx="1790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웹 </a:t>
              </a:r>
              <a:r>
                <a:rPr lang="ko-KR" altLang="en-US" sz="1400" b="1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에디터 영역</a:t>
              </a:r>
              <a:endParaRPr lang="ko-KR" altLang="en-US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9" name="Oval 109">
            <a:extLst>
              <a:ext uri="{FF2B5EF4-FFF2-40B4-BE49-F238E27FC236}">
                <a16:creationId xmlns:a16="http://schemas.microsoft.com/office/drawing/2014/main" id="{D5DCA41E-0A79-4DA5-9E99-093C75845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305" y="181746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B115C9-917B-4F92-9C16-7215DF59E5B7}"/>
              </a:ext>
            </a:extLst>
          </p:cNvPr>
          <p:cNvSpPr/>
          <p:nvPr/>
        </p:nvSpPr>
        <p:spPr bwMode="auto">
          <a:xfrm>
            <a:off x="3374142" y="5225390"/>
            <a:ext cx="2051685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모서리가 둥근 직사각형 85">
            <a:extLst>
              <a:ext uri="{FF2B5EF4-FFF2-40B4-BE49-F238E27FC236}">
                <a16:creationId xmlns:a16="http://schemas.microsoft.com/office/drawing/2014/main" id="{42475A86-8B4D-4EFF-A95D-9243BF046A18}"/>
              </a:ext>
            </a:extLst>
          </p:cNvPr>
          <p:cNvSpPr/>
          <p:nvPr/>
        </p:nvSpPr>
        <p:spPr bwMode="auto">
          <a:xfrm>
            <a:off x="5485228" y="521004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파일찾기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A7415D-C043-4848-AF83-7A413F87F95A}"/>
              </a:ext>
            </a:extLst>
          </p:cNvPr>
          <p:cNvSpPr txBox="1"/>
          <p:nvPr/>
        </p:nvSpPr>
        <p:spPr>
          <a:xfrm>
            <a:off x="6073208" y="5160171"/>
            <a:ext cx="232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Oval 109">
            <a:extLst>
              <a:ext uri="{FF2B5EF4-FFF2-40B4-BE49-F238E27FC236}">
                <a16:creationId xmlns:a16="http://schemas.microsoft.com/office/drawing/2014/main" id="{931BC31C-0D9C-4C92-A6D2-65F02BB4F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828" y="512668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84" name="Oval 109">
            <a:extLst>
              <a:ext uri="{FF2B5EF4-FFF2-40B4-BE49-F238E27FC236}">
                <a16:creationId xmlns:a16="http://schemas.microsoft.com/office/drawing/2014/main" id="{E7066D0E-A691-40C2-8CF3-130A0201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261" y="513617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37419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14805"/>
              </p:ext>
            </p:extLst>
          </p:nvPr>
        </p:nvGraphicFramePr>
        <p:xfrm>
          <a:off x="9182101" y="947377"/>
          <a:ext cx="2795588" cy="2147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자료실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상세화면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첨부화일의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화일명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첨부화일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다운로드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선택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 선택 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Alert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메시지 노출 후 삭제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메시지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“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dirty="0"/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수정화면으로 이동</a:t>
                      </a: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200567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자료실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자료실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487490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HNA_Customer_Referenview_001</a:t>
            </a:r>
            <a:endParaRPr lang="ko-KR" altLang="en-US" sz="800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45B73A3-D406-4273-A76F-936CEC30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084383"/>
              </p:ext>
            </p:extLst>
          </p:nvPr>
        </p:nvGraphicFramePr>
        <p:xfrm>
          <a:off x="1704181" y="1601626"/>
          <a:ext cx="7247081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청약 관련 자료를 공유합니다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1" lang="ko-KR" altLang="en-US" sz="900" b="1" i="0" u="none" strike="noStrike" kern="1200" cap="none" spc="0" normalizeH="0" baseline="0" noProof="0" dirty="0">
                        <a:ln w="0" cmpd="sng">
                          <a:solidFill>
                            <a:srgbClr val="44546A">
                              <a:satMod val="155000"/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7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분양신청 관련 자료를 공유합니다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분양신청 관련 자료를 공유합니다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분양신청 관련 자료를 공유합니다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분양신청 관련 자료를 공유합니다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분양신청 관련 자료를 공유합니다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분양신청 관련 자료를 공유합니다</a:t>
                      </a:r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277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</a:t>
                      </a: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</a:t>
                      </a: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</a:t>
                      </a: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91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108000" marR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2026.03.20</a:t>
                      </a:r>
                      <a:endParaRPr kumimoji="1" lang="ko-KR" altLang="en-US" sz="900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421413"/>
                  </a:ext>
                </a:extLst>
              </a:tr>
            </a:tbl>
          </a:graphicData>
        </a:graphic>
      </p:graphicFrame>
      <p:sp>
        <p:nvSpPr>
          <p:cNvPr id="25" name="모서리가 둥근 직사각형 86">
            <a:extLst>
              <a:ext uri="{FF2B5EF4-FFF2-40B4-BE49-F238E27FC236}">
                <a16:creationId xmlns:a16="http://schemas.microsoft.com/office/drawing/2014/main" id="{6EA18077-B812-401A-ACC9-EB667F488E81}"/>
              </a:ext>
            </a:extLst>
          </p:cNvPr>
          <p:cNvSpPr/>
          <p:nvPr/>
        </p:nvSpPr>
        <p:spPr bwMode="auto">
          <a:xfrm>
            <a:off x="6973198" y="362734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26" name="모서리가 둥근 직사각형 87">
            <a:extLst>
              <a:ext uri="{FF2B5EF4-FFF2-40B4-BE49-F238E27FC236}">
                <a16:creationId xmlns:a16="http://schemas.microsoft.com/office/drawing/2014/main" id="{F95E3833-82ED-4BFB-989E-FEE898ABB00A}"/>
              </a:ext>
            </a:extLst>
          </p:cNvPr>
          <p:cNvSpPr/>
          <p:nvPr/>
        </p:nvSpPr>
        <p:spPr bwMode="auto">
          <a:xfrm>
            <a:off x="7668137" y="362734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27" name="Oval 109">
            <a:extLst>
              <a:ext uri="{FF2B5EF4-FFF2-40B4-BE49-F238E27FC236}">
                <a16:creationId xmlns:a16="http://schemas.microsoft.com/office/drawing/2014/main" id="{AA6FC985-2F0C-4D2A-93FA-3DA723ED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869" y="345454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28" name="Oval 109">
            <a:extLst>
              <a:ext uri="{FF2B5EF4-FFF2-40B4-BE49-F238E27FC236}">
                <a16:creationId xmlns:a16="http://schemas.microsoft.com/office/drawing/2014/main" id="{EAE8C471-C04A-4084-A2D2-AA84EFCE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104" y="345454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9" name="Oval 109">
            <a:extLst>
              <a:ext uri="{FF2B5EF4-FFF2-40B4-BE49-F238E27FC236}">
                <a16:creationId xmlns:a16="http://schemas.microsoft.com/office/drawing/2014/main" id="{D5DCA41E-0A79-4DA5-9E99-093C75845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783" y="1479579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30" name="모서리가 둥근 직사각형 87">
            <a:extLst>
              <a:ext uri="{FF2B5EF4-FFF2-40B4-BE49-F238E27FC236}">
                <a16:creationId xmlns:a16="http://schemas.microsoft.com/office/drawing/2014/main" id="{8B5886FC-25BB-4B4A-BAD0-B4629D20679C}"/>
              </a:ext>
            </a:extLst>
          </p:cNvPr>
          <p:cNvSpPr/>
          <p:nvPr/>
        </p:nvSpPr>
        <p:spPr bwMode="auto">
          <a:xfrm>
            <a:off x="8363076" y="362734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31" name="Oval 109">
            <a:extLst>
              <a:ext uri="{FF2B5EF4-FFF2-40B4-BE49-F238E27FC236}">
                <a16:creationId xmlns:a16="http://schemas.microsoft.com/office/drawing/2014/main" id="{6AC4A9D1-281B-4BD5-94C6-1243B668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3368" y="345454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0760273-A32A-48F0-808E-7D0C4BF91695}"/>
              </a:ext>
            </a:extLst>
          </p:cNvPr>
          <p:cNvSpPr/>
          <p:nvPr/>
        </p:nvSpPr>
        <p:spPr>
          <a:xfrm>
            <a:off x="9238655" y="5231421"/>
            <a:ext cx="2253560" cy="1013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6CB9D5E-DC6A-8AF1-D181-EDB1DDB0124D}"/>
              </a:ext>
            </a:extLst>
          </p:cNvPr>
          <p:cNvCxnSpPr/>
          <p:nvPr/>
        </p:nvCxnSpPr>
        <p:spPr>
          <a:xfrm>
            <a:off x="9238655" y="5462331"/>
            <a:ext cx="2253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8656D50-84CE-01CB-85E0-B3D386633578}"/>
              </a:ext>
            </a:extLst>
          </p:cNvPr>
          <p:cNvSpPr txBox="1"/>
          <p:nvPr/>
        </p:nvSpPr>
        <p:spPr>
          <a:xfrm>
            <a:off x="11261304" y="5231422"/>
            <a:ext cx="1939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/>
              <a:t>X</a:t>
            </a:r>
            <a:endParaRPr lang="ko-KR" altLang="en-US" sz="9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791236-9C2F-C43D-4F13-E7FEE75CD785}"/>
              </a:ext>
            </a:extLst>
          </p:cNvPr>
          <p:cNvSpPr txBox="1"/>
          <p:nvPr/>
        </p:nvSpPr>
        <p:spPr>
          <a:xfrm>
            <a:off x="9238655" y="5260053"/>
            <a:ext cx="6371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/>
              <a:t>알림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03C217-B991-596B-9F4C-DDE976C09F12}"/>
              </a:ext>
            </a:extLst>
          </p:cNvPr>
          <p:cNvSpPr txBox="1"/>
          <p:nvPr/>
        </p:nvSpPr>
        <p:spPr>
          <a:xfrm>
            <a:off x="9303307" y="5545460"/>
            <a:ext cx="21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삭제하시면 데이터를 되돌릴 수 없습니다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.  </a:t>
            </a:r>
            <a:r>
              <a:rPr lang="ko-KR" altLang="en-US" sz="900" dirty="0">
                <a:latin typeface="나눔고딕" pitchFamily="50" charset="-127"/>
                <a:ea typeface="나눔고딕" pitchFamily="50" charset="-127"/>
              </a:rPr>
              <a:t>정말 삭제하시겠습니까</a:t>
            </a:r>
            <a:r>
              <a:rPr lang="en-US" altLang="ko-KR" sz="900" dirty="0">
                <a:latin typeface="나눔고딕" pitchFamily="50" charset="-127"/>
                <a:ea typeface="나눔고딕" pitchFamily="50" charset="-127"/>
              </a:rPr>
              <a:t>?</a:t>
            </a:r>
            <a:endParaRPr lang="ko-KR" altLang="en-US" sz="900" dirty="0"/>
          </a:p>
        </p:txBody>
      </p:sp>
      <p:sp>
        <p:nvSpPr>
          <p:cNvPr id="42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9689474" y="5990216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3" name="모서리가 둥근 직사각형 86">
            <a:extLst>
              <a:ext uri="{FF2B5EF4-FFF2-40B4-BE49-F238E27FC236}">
                <a16:creationId xmlns:a16="http://schemas.microsoft.com/office/drawing/2014/main" id="{E2995AE4-F601-1EC1-7222-A69D11993A21}"/>
              </a:ext>
            </a:extLst>
          </p:cNvPr>
          <p:cNvSpPr/>
          <p:nvPr/>
        </p:nvSpPr>
        <p:spPr bwMode="auto">
          <a:xfrm>
            <a:off x="10324070" y="5986873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확인</a:t>
            </a:r>
          </a:p>
        </p:txBody>
      </p:sp>
      <p:sp>
        <p:nvSpPr>
          <p:cNvPr id="32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3378212" y="2491181"/>
            <a:ext cx="588963" cy="18534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다운로드</a:t>
            </a:r>
          </a:p>
        </p:txBody>
      </p:sp>
      <p:sp>
        <p:nvSpPr>
          <p:cNvPr id="44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3378211" y="2771005"/>
            <a:ext cx="588963" cy="18534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다운로드</a:t>
            </a:r>
          </a:p>
        </p:txBody>
      </p:sp>
      <p:sp>
        <p:nvSpPr>
          <p:cNvPr id="45" name="모서리가 둥근 직사각형 86">
            <a:extLst>
              <a:ext uri="{FF2B5EF4-FFF2-40B4-BE49-F238E27FC236}">
                <a16:creationId xmlns:a16="http://schemas.microsoft.com/office/drawing/2014/main" id="{7D527954-1107-41BB-45BE-4BA88BF2035F}"/>
              </a:ext>
            </a:extLst>
          </p:cNvPr>
          <p:cNvSpPr/>
          <p:nvPr/>
        </p:nvSpPr>
        <p:spPr bwMode="auto">
          <a:xfrm>
            <a:off x="3369873" y="3031951"/>
            <a:ext cx="588963" cy="18534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다운로드</a:t>
            </a:r>
          </a:p>
        </p:txBody>
      </p:sp>
      <p:sp>
        <p:nvSpPr>
          <p:cNvPr id="34" name="Oval 109">
            <a:extLst>
              <a:ext uri="{FF2B5EF4-FFF2-40B4-BE49-F238E27FC236}">
                <a16:creationId xmlns:a16="http://schemas.microsoft.com/office/drawing/2014/main" id="{EAE8C471-C04A-4084-A2D2-AA84EFCE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411" y="23615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421485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4AB4-61A1-1B85-D774-C4C3145C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19E56C-7FAB-A515-DD33-63D27704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816675"/>
              </p:ext>
            </p:extLst>
          </p:nvPr>
        </p:nvGraphicFramePr>
        <p:xfrm>
          <a:off x="9182101" y="947377"/>
          <a:ext cx="2795588" cy="2756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 까지 등록되므로 첨부파일이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개인 경우에는 첨부파일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등록창이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비활성화로 표시됨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하단에서 첨부파일을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첨부파일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활성화됨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노출 후 확인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첨부파일 삭제함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“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삭제하시면 데이터를 되돌릴 수 없습니다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.  </a:t>
                      </a:r>
                      <a:r>
                        <a:rPr lang="ko-KR" altLang="en-US" sz="800" dirty="0">
                          <a:latin typeface="나눔고딕" pitchFamily="50" charset="-127"/>
                          <a:ea typeface="나눔고딕" pitchFamily="50" charset="-127"/>
                        </a:rPr>
                        <a:t>정말 삭제하시겠습니까</a:t>
                      </a: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?”</a:t>
                      </a:r>
                      <a:endParaRPr lang="ko-KR" altLang="en-US" sz="800" dirty="0"/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유효성 검증 후 수정 반영됨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 및 내용이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입력안된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상태에서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등록버튼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메시지 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입력항목을 다시 확인해주시기 바랍니다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42BE46C-F7F8-AB0D-8E14-ED36864B8656}"/>
              </a:ext>
            </a:extLst>
          </p:cNvPr>
          <p:cNvSpPr/>
          <p:nvPr/>
        </p:nvSpPr>
        <p:spPr>
          <a:xfrm>
            <a:off x="959895" y="375614"/>
            <a:ext cx="19688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고객센터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자료실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B9D1E-25DA-0E41-30B8-8648D5459988}"/>
              </a:ext>
            </a:extLst>
          </p:cNvPr>
          <p:cNvSpPr txBox="1"/>
          <p:nvPr/>
        </p:nvSpPr>
        <p:spPr>
          <a:xfrm>
            <a:off x="1589745" y="1188948"/>
            <a:ext cx="10615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공지사항관리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F21091-96F3-77DC-04F0-F012E97D4F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863254-76F7-812A-90CC-CA6B4F077A49}"/>
              </a:ext>
            </a:extLst>
          </p:cNvPr>
          <p:cNvSpPr/>
          <p:nvPr/>
        </p:nvSpPr>
        <p:spPr bwMode="auto">
          <a:xfrm>
            <a:off x="146138" y="3496328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HNA_Customer_Referenmodi_001</a:t>
            </a:r>
            <a:endParaRPr lang="ko-KR" altLang="en-US" sz="800" dirty="0"/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345B73A3-D406-4273-A76F-936CEC30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41408"/>
              </p:ext>
            </p:extLst>
          </p:nvPr>
        </p:nvGraphicFramePr>
        <p:xfrm>
          <a:off x="1704181" y="1537525"/>
          <a:ext cx="7277893" cy="4685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6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7496"/>
                  </a:ext>
                </a:extLst>
              </a:tr>
              <a:tr h="33616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u="none" dirty="0">
                        <a:ln w="0" cmpd="sng">
                          <a:solidFill>
                            <a:schemeClr val="tx2">
                              <a:satMod val="155000"/>
                              <a:alpha val="0"/>
                            </a:scheme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83348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하늘누리 </a:t>
                      </a:r>
                      <a:r>
                        <a:rPr kumimoji="1" lang="ko-KR" altLang="en-US" sz="900" u="sng" dirty="0" err="1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청약방법</a:t>
                      </a:r>
                      <a:r>
                        <a:rPr kumimoji="1" lang="en-US" altLang="ko-KR" sz="900" u="sng" dirty="0">
                          <a:ln w="0" cmpd="sng">
                            <a:solidFill>
                              <a:schemeClr val="tx2">
                                <a:satMod val="155000"/>
                                <a:alpha val="0"/>
                              </a:scheme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4477"/>
                  </a:ext>
                </a:extLst>
              </a:tr>
            </a:tbl>
          </a:graphicData>
        </a:graphic>
      </p:graphicFrame>
      <p:sp>
        <p:nvSpPr>
          <p:cNvPr id="45" name="모서리가 둥근 직사각형 86">
            <a:extLst>
              <a:ext uri="{FF2B5EF4-FFF2-40B4-BE49-F238E27FC236}">
                <a16:creationId xmlns:a16="http://schemas.microsoft.com/office/drawing/2014/main" id="{6EA18077-B812-401A-ACC9-EB667F488E81}"/>
              </a:ext>
            </a:extLst>
          </p:cNvPr>
          <p:cNvSpPr/>
          <p:nvPr/>
        </p:nvSpPr>
        <p:spPr bwMode="auto">
          <a:xfrm>
            <a:off x="8393111" y="630778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46" name="모서리가 둥근 직사각형 87">
            <a:extLst>
              <a:ext uri="{FF2B5EF4-FFF2-40B4-BE49-F238E27FC236}">
                <a16:creationId xmlns:a16="http://schemas.microsoft.com/office/drawing/2014/main" id="{F95E3833-82ED-4BFB-989E-FEE898ABB00A}"/>
              </a:ext>
            </a:extLst>
          </p:cNvPr>
          <p:cNvSpPr/>
          <p:nvPr/>
        </p:nvSpPr>
        <p:spPr bwMode="auto">
          <a:xfrm>
            <a:off x="7697786" y="630778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79FBF2C-FCC3-4870-B167-0F65AEA16A9F}"/>
              </a:ext>
            </a:extLst>
          </p:cNvPr>
          <p:cNvSpPr/>
          <p:nvPr/>
        </p:nvSpPr>
        <p:spPr bwMode="auto">
          <a:xfrm>
            <a:off x="3362240" y="1573276"/>
            <a:ext cx="4959867" cy="18288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833482">
              <a:defRPr/>
            </a:pP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관련 자료를 공유합니다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b="1" dirty="0">
              <a:ln w="0" cmpd="sng">
                <a:solidFill>
                  <a:srgbClr val="44546A">
                    <a:satMod val="155000"/>
                    <a:alpha val="0"/>
                  </a:srgbClr>
                </a:solidFill>
                <a:prstDash val="solid"/>
                <a:round/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AA6FC985-2F0C-4D2A-93FA-3DA723ED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518" y="618955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EAE8C471-C04A-4084-A2D2-AA84EFCE1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3017" y="619645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951D9C8-89A0-4951-946E-936260870AA9}"/>
              </a:ext>
            </a:extLst>
          </p:cNvPr>
          <p:cNvGrpSpPr/>
          <p:nvPr/>
        </p:nvGrpSpPr>
        <p:grpSpPr>
          <a:xfrm>
            <a:off x="3349466" y="1914513"/>
            <a:ext cx="5074918" cy="3178905"/>
            <a:chOff x="3253107" y="2178880"/>
            <a:chExt cx="5074918" cy="3178905"/>
          </a:xfrm>
        </p:grpSpPr>
        <p:pic>
          <p:nvPicPr>
            <p:cNvPr id="51" name="그림 50" descr="텍스트이(가) 표시된 사진&#10;&#10;자동 생성된 설명">
              <a:extLst>
                <a:ext uri="{FF2B5EF4-FFF2-40B4-BE49-F238E27FC236}">
                  <a16:creationId xmlns:a16="http://schemas.microsoft.com/office/drawing/2014/main" id="{A9BC3D88-885D-4C52-ACD2-33CE55B4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3107" y="2178880"/>
              <a:ext cx="5074918" cy="3178905"/>
            </a:xfrm>
            <a:prstGeom prst="rect">
              <a:avLst/>
            </a:prstGeom>
          </p:spPr>
        </p:pic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7761320-6203-41F7-9CF3-9C2B9254F5B6}"/>
                </a:ext>
              </a:extLst>
            </p:cNvPr>
            <p:cNvCxnSpPr/>
            <p:nvPr/>
          </p:nvCxnSpPr>
          <p:spPr bwMode="auto">
            <a:xfrm flipH="1">
              <a:off x="3253107" y="2227733"/>
              <a:ext cx="4959867" cy="305864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AB003D-040C-4934-9F5E-6AC6331BBB7B}"/>
                </a:ext>
              </a:extLst>
            </p:cNvPr>
            <p:cNvSpPr txBox="1"/>
            <p:nvPr/>
          </p:nvSpPr>
          <p:spPr>
            <a:xfrm>
              <a:off x="4904582" y="3652003"/>
              <a:ext cx="1790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웹 </a:t>
              </a:r>
              <a:r>
                <a:rPr lang="ko-KR" altLang="en-US" sz="1400" b="1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에디터 영역</a:t>
              </a:r>
              <a:endParaRPr lang="ko-KR" altLang="en-US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B115C9-917B-4F92-9C16-7215DF59E5B7}"/>
              </a:ext>
            </a:extLst>
          </p:cNvPr>
          <p:cNvSpPr/>
          <p:nvPr/>
        </p:nvSpPr>
        <p:spPr bwMode="auto">
          <a:xfrm>
            <a:off x="3374142" y="5225390"/>
            <a:ext cx="2051685" cy="16192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모서리가 둥근 직사각형 85">
            <a:extLst>
              <a:ext uri="{FF2B5EF4-FFF2-40B4-BE49-F238E27FC236}">
                <a16:creationId xmlns:a16="http://schemas.microsoft.com/office/drawing/2014/main" id="{42475A86-8B4D-4EFF-A95D-9243BF046A18}"/>
              </a:ext>
            </a:extLst>
          </p:cNvPr>
          <p:cNvSpPr/>
          <p:nvPr/>
        </p:nvSpPr>
        <p:spPr bwMode="auto">
          <a:xfrm>
            <a:off x="5485228" y="5210049"/>
            <a:ext cx="588963" cy="200025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파일찾기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A7415D-C043-4848-AF83-7A413F87F95A}"/>
              </a:ext>
            </a:extLst>
          </p:cNvPr>
          <p:cNvSpPr txBox="1"/>
          <p:nvPr/>
        </p:nvSpPr>
        <p:spPr>
          <a:xfrm>
            <a:off x="6073208" y="5160171"/>
            <a:ext cx="232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Oval 109">
            <a:extLst>
              <a:ext uri="{FF2B5EF4-FFF2-40B4-BE49-F238E27FC236}">
                <a16:creationId xmlns:a16="http://schemas.microsoft.com/office/drawing/2014/main" id="{931BC31C-0D9C-4C92-A6D2-65F02BB4F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610" y="510406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84" name="Oval 109">
            <a:extLst>
              <a:ext uri="{FF2B5EF4-FFF2-40B4-BE49-F238E27FC236}">
                <a16:creationId xmlns:a16="http://schemas.microsoft.com/office/drawing/2014/main" id="{E7066D0E-A691-40C2-8CF3-130A0201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722" y="545906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42" y="2244436"/>
            <a:ext cx="4892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833482">
              <a:defRPr/>
            </a:pP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분양신청 관련 자료를 공유합니다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분양신청 관련 자료를 공유합니다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분양신청 관련 자료를 공유합니다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defTabSz="833482">
              <a:defRPr/>
            </a:pP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분양신청 관련 자료를 공유합니다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분양신청 관련 자료를 공유합니다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분양신청 관련 자료를 공유합니다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4617027" y="5502178"/>
            <a:ext cx="135082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617027" y="5775138"/>
            <a:ext cx="135082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617027" y="6051908"/>
            <a:ext cx="135082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x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372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4658-1E24-104A-8C9F-D3FDA7582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DFB78D-EA50-6BC6-DBA7-CDA92B6169B7}"/>
              </a:ext>
            </a:extLst>
          </p:cNvPr>
          <p:cNvSpPr txBox="1"/>
          <p:nvPr/>
        </p:nvSpPr>
        <p:spPr>
          <a:xfrm>
            <a:off x="1047750" y="2476500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06.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팝업 관리</a:t>
            </a:r>
          </a:p>
        </p:txBody>
      </p:sp>
    </p:spTree>
    <p:extLst>
      <p:ext uri="{BB962C8B-B14F-4D97-AF65-F5344CB8AC3E}">
        <p14:creationId xmlns:p14="http://schemas.microsoft.com/office/powerpoint/2010/main" val="667797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44CB-98AF-D237-C763-A9110492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8510BFB-8E5F-2242-B506-3773F8D9F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913625"/>
              </p:ext>
            </p:extLst>
          </p:nvPr>
        </p:nvGraphicFramePr>
        <p:xfrm>
          <a:off x="9182101" y="947377"/>
          <a:ext cx="2795588" cy="2091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 조건 선택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_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(Default),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검색어를 넣지 않고 클릭했을 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검색어를 다시 입력해주세요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’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진행상황은 사용대기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진행중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종료로 구성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클릭시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상세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 페이지로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2E60657-2954-3020-FE7A-549C4E038EA6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팝업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20C15-8D31-E6EE-EF28-A25D5B2EAC3A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팝업관리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2FB5CA2-67D8-BDC6-F8AD-A90C9D9925D4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F873619-0A42-F124-0E2D-36BD0389FA93}"/>
              </a:ext>
            </a:extLst>
          </p:cNvPr>
          <p:cNvSpPr/>
          <p:nvPr/>
        </p:nvSpPr>
        <p:spPr bwMode="auto">
          <a:xfrm>
            <a:off x="146138" y="3952900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FB9288-8A1B-6E59-EA22-54DDD2066EA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HNA_Popup_List_001</a:t>
            </a:r>
            <a:endParaRPr lang="ko-KR" altLang="en-US" sz="800" dirty="0"/>
          </a:p>
        </p:txBody>
      </p:sp>
      <p:sp>
        <p:nvSpPr>
          <p:cNvPr id="57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8393111" y="459945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BA79353-E9C1-67B1-F7DA-70DB4FB748F4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4879289"/>
            <a:ext cx="7278686" cy="1829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F8299B8-AA81-0563-3C61-947E2E6152B6}"/>
              </a:ext>
            </a:extLst>
          </p:cNvPr>
          <p:cNvGrpSpPr/>
          <p:nvPr/>
        </p:nvGrpSpPr>
        <p:grpSpPr>
          <a:xfrm>
            <a:off x="6037378" y="5006173"/>
            <a:ext cx="208823" cy="145855"/>
            <a:chOff x="4789523" y="4931028"/>
            <a:chExt cx="208823" cy="145855"/>
          </a:xfrm>
        </p:grpSpPr>
        <p:sp>
          <p:nvSpPr>
            <p:cNvPr id="60" name="모서리가 둥근 직사각형 71">
              <a:extLst>
                <a:ext uri="{FF2B5EF4-FFF2-40B4-BE49-F238E27FC236}">
                  <a16:creationId xmlns:a16="http://schemas.microsoft.com/office/drawing/2014/main" id="{AF27DF00-37F8-25A5-67E1-74726C088CBB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0AECCBE-590D-A457-6123-4C94A35F0424}"/>
                </a:ext>
              </a:extLst>
            </p:cNvPr>
            <p:cNvSpPr txBox="1"/>
            <p:nvPr/>
          </p:nvSpPr>
          <p:spPr>
            <a:xfrm>
              <a:off x="4822128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2A1E266-FBC6-C44E-86DE-128529097F1B}"/>
              </a:ext>
            </a:extLst>
          </p:cNvPr>
          <p:cNvGrpSpPr/>
          <p:nvPr/>
        </p:nvGrpSpPr>
        <p:grpSpPr>
          <a:xfrm>
            <a:off x="4325088" y="5006173"/>
            <a:ext cx="208823" cy="145855"/>
            <a:chOff x="4789523" y="4931028"/>
            <a:chExt cx="208823" cy="145855"/>
          </a:xfrm>
        </p:grpSpPr>
        <p:sp>
          <p:nvSpPr>
            <p:cNvPr id="63" name="모서리가 둥근 직사각형 74">
              <a:extLst>
                <a:ext uri="{FF2B5EF4-FFF2-40B4-BE49-F238E27FC236}">
                  <a16:creationId xmlns:a16="http://schemas.microsoft.com/office/drawing/2014/main" id="{0B8D89B3-9B8E-57BE-1C9A-1F8CF8841AA7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A7D182-B3BB-813C-AED9-5EF689AEEE5D}"/>
                </a:ext>
              </a:extLst>
            </p:cNvPr>
            <p:cNvSpPr txBox="1"/>
            <p:nvPr/>
          </p:nvSpPr>
          <p:spPr>
            <a:xfrm>
              <a:off x="4811154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D215C29-21A0-75FD-12F1-CF7854F1E651}"/>
              </a:ext>
            </a:extLst>
          </p:cNvPr>
          <p:cNvSpPr/>
          <p:nvPr/>
        </p:nvSpPr>
        <p:spPr bwMode="auto">
          <a:xfrm>
            <a:off x="4641930" y="498052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kumimoji="1" lang="ko-KR" altLang="en-US" sz="800" b="1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C718BC1-07D2-4772-AD9C-88C1AEDE0C24}"/>
              </a:ext>
            </a:extLst>
          </p:cNvPr>
          <p:cNvSpPr/>
          <p:nvPr/>
        </p:nvSpPr>
        <p:spPr bwMode="auto">
          <a:xfrm>
            <a:off x="4923711" y="498052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5C50BCC-7C6C-F21F-5E76-D718438CDA93}"/>
              </a:ext>
            </a:extLst>
          </p:cNvPr>
          <p:cNvSpPr/>
          <p:nvPr/>
        </p:nvSpPr>
        <p:spPr bwMode="auto">
          <a:xfrm>
            <a:off x="5205492" y="498052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6C43031-E3B1-2F99-A688-937C0DB25ED6}"/>
              </a:ext>
            </a:extLst>
          </p:cNvPr>
          <p:cNvSpPr/>
          <p:nvPr/>
        </p:nvSpPr>
        <p:spPr bwMode="auto">
          <a:xfrm>
            <a:off x="5487273" y="498052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9A8485C-8485-0F77-A39B-E0E46AF0321D}"/>
              </a:ext>
            </a:extLst>
          </p:cNvPr>
          <p:cNvSpPr/>
          <p:nvPr/>
        </p:nvSpPr>
        <p:spPr bwMode="auto">
          <a:xfrm>
            <a:off x="5769054" y="4980521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BD0E6854-64AC-8AEB-7851-2A38554B557F}"/>
              </a:ext>
            </a:extLst>
          </p:cNvPr>
          <p:cNvGrpSpPr/>
          <p:nvPr/>
        </p:nvGrpSpPr>
        <p:grpSpPr>
          <a:xfrm>
            <a:off x="6355786" y="5006173"/>
            <a:ext cx="291241" cy="145855"/>
            <a:chOff x="4789523" y="4931028"/>
            <a:chExt cx="291241" cy="145855"/>
          </a:xfrm>
        </p:grpSpPr>
        <p:sp>
          <p:nvSpPr>
            <p:cNvPr id="71" name="모서리가 둥근 직사각형 90">
              <a:extLst>
                <a:ext uri="{FF2B5EF4-FFF2-40B4-BE49-F238E27FC236}">
                  <a16:creationId xmlns:a16="http://schemas.microsoft.com/office/drawing/2014/main" id="{62CB7AAD-5934-C384-0275-566579E8AEEE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D36C49F-602C-FB40-B2CF-AFB52723E5C7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C9158C2-0815-480B-6C36-2EF961ED653F}"/>
              </a:ext>
            </a:extLst>
          </p:cNvPr>
          <p:cNvGrpSpPr/>
          <p:nvPr/>
        </p:nvGrpSpPr>
        <p:grpSpPr>
          <a:xfrm>
            <a:off x="3935959" y="5006173"/>
            <a:ext cx="291241" cy="145855"/>
            <a:chOff x="4789523" y="4931028"/>
            <a:chExt cx="291241" cy="145855"/>
          </a:xfrm>
        </p:grpSpPr>
        <p:sp>
          <p:nvSpPr>
            <p:cNvPr id="74" name="모서리가 둥근 직사각형 93">
              <a:extLst>
                <a:ext uri="{FF2B5EF4-FFF2-40B4-BE49-F238E27FC236}">
                  <a16:creationId xmlns:a16="http://schemas.microsoft.com/office/drawing/2014/main" id="{0E5660BF-AC0F-55BC-1903-548E51DB1B77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7074436-6D52-92AB-A8E0-6E399C14459A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78" name="Oval 109">
            <a:extLst>
              <a:ext uri="{FF2B5EF4-FFF2-40B4-BE49-F238E27FC236}">
                <a16:creationId xmlns:a16="http://schemas.microsoft.com/office/drawing/2014/main" id="{90AB541C-8E16-2F0C-BA07-D7E19E30C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063" y="448432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456D68F-811E-09C5-1E19-2193268DC2B8}"/>
              </a:ext>
            </a:extLst>
          </p:cNvPr>
          <p:cNvSpPr/>
          <p:nvPr/>
        </p:nvSpPr>
        <p:spPr bwMode="auto">
          <a:xfrm>
            <a:off x="6689565" y="1583170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4" name="모서리가 둥근 직사각형 65">
            <a:extLst>
              <a:ext uri="{FF2B5EF4-FFF2-40B4-BE49-F238E27FC236}">
                <a16:creationId xmlns:a16="http://schemas.microsoft.com/office/drawing/2014/main" id="{5D14ACA6-7E8B-C47C-79B5-E88BE465318B}"/>
              </a:ext>
            </a:extLst>
          </p:cNvPr>
          <p:cNvSpPr/>
          <p:nvPr/>
        </p:nvSpPr>
        <p:spPr bwMode="auto">
          <a:xfrm>
            <a:off x="8409677" y="1583170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7B5D44AC-E2FC-D6A4-B884-7F4F002A495C}"/>
              </a:ext>
            </a:extLst>
          </p:cNvPr>
          <p:cNvGrpSpPr/>
          <p:nvPr/>
        </p:nvGrpSpPr>
        <p:grpSpPr>
          <a:xfrm>
            <a:off x="5553095" y="1592406"/>
            <a:ext cx="1093669" cy="186673"/>
            <a:chOff x="3798377" y="1887597"/>
            <a:chExt cx="1426495" cy="1790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E60D1A4A-967B-1BA3-6523-79CB0CACCDFA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전체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3E3E1627-6DAF-0294-7BCF-C3DFA1246191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99" name="Oval 109">
            <a:extLst>
              <a:ext uri="{FF2B5EF4-FFF2-40B4-BE49-F238E27FC236}">
                <a16:creationId xmlns:a16="http://schemas.microsoft.com/office/drawing/2014/main" id="{ADF779BD-CA6B-7146-4564-34F048C38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749" y="1523610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57B7D3E0-3FAA-2E58-AC0C-053ADEB37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707" y="149326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141AC2D-43BD-BABB-E088-2CA40C407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187780"/>
              </p:ext>
            </p:extLst>
          </p:nvPr>
        </p:nvGraphicFramePr>
        <p:xfrm>
          <a:off x="1743858" y="1945022"/>
          <a:ext cx="7238216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0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0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8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진행상황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시작일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사용대기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2025-11-10 00:00: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2025-11-18 00:00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진행중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  <a:endParaRPr lang="ko-KR" altLang="en-US" sz="8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  <a:endParaRPr lang="ko-KR" altLang="en-US" sz="8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  <a:endParaRPr lang="ko-KR" altLang="en-US" sz="8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  <a:endParaRPr lang="ko-KR" altLang="en-US" sz="8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  <a:endParaRPr lang="ko-KR" altLang="en-US" sz="8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  <a:endParaRPr lang="ko-KR" altLang="en-US" sz="8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sng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</a:t>
                      </a:r>
                      <a:endParaRPr lang="ko-KR" altLang="en-US" sz="800" b="0" u="sng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2025-11-10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2025-11-18 00:00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val 109">
            <a:extLst>
              <a:ext uri="{FF2B5EF4-FFF2-40B4-BE49-F238E27FC236}">
                <a16:creationId xmlns:a16="http://schemas.microsoft.com/office/drawing/2014/main" id="{57AB6278-EEFE-7FE9-C957-87299B1C3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037" y="211484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9" name="Oval 109">
            <a:extLst>
              <a:ext uri="{FF2B5EF4-FFF2-40B4-BE49-F238E27FC236}">
                <a16:creationId xmlns:a16="http://schemas.microsoft.com/office/drawing/2014/main" id="{A22FBC4F-9605-140D-247D-00881C13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648" y="212954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461024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4C13-C19F-4D23-EA4C-CEFADA18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6F8D04-A9F8-5595-4C9C-689F5A8D0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309770"/>
              </p:ext>
            </p:extLst>
          </p:nvPr>
        </p:nvGraphicFramePr>
        <p:xfrm>
          <a:off x="9182101" y="947377"/>
          <a:ext cx="2795588" cy="2480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입력 필드 </a:t>
                      </a: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적용일자 입력 필드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까지 입력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캘린더 팝업</a:t>
                      </a: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2321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노출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등록을 취소하고 목록으로 이동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미리보기 선택 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입력된 내용이 등록된 템플릿에 구성되어 노출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 완료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_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정상적으로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완료시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저장하고 목록으로 이동 </a:t>
                      </a:r>
                      <a:b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및 내용 미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공통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입력내용을 확인해주세요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A070307-ABDD-98F2-2179-D1A09D877736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팝업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A94B3-5E0D-0EF7-AC77-48612A5F735A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팝업관리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A8180F-C7F1-D03E-709F-BE2640D65ACC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89DE79-6191-7E1C-651A-6D6D3AB7A08E}"/>
              </a:ext>
            </a:extLst>
          </p:cNvPr>
          <p:cNvSpPr/>
          <p:nvPr/>
        </p:nvSpPr>
        <p:spPr bwMode="auto">
          <a:xfrm>
            <a:off x="146138" y="3943667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5E6FD2-119C-11D9-44A2-579CED13B017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HNA_Popup_Regi_001</a:t>
            </a:r>
            <a:endParaRPr lang="ko-KR" altLang="en-US" sz="8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CE6865D-201A-9CF9-1046-05221FE6E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823403"/>
              </p:ext>
            </p:extLst>
          </p:nvPr>
        </p:nvGraphicFramePr>
        <p:xfrm>
          <a:off x="1703388" y="1579353"/>
          <a:ext cx="727868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적용일시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7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6B96FDCF-FD32-2652-21F9-CEA4153C5BC1}"/>
              </a:ext>
            </a:extLst>
          </p:cNvPr>
          <p:cNvSpPr/>
          <p:nvPr/>
        </p:nvSpPr>
        <p:spPr bwMode="auto">
          <a:xfrm>
            <a:off x="3549199" y="1604760"/>
            <a:ext cx="3780000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Oval 109">
            <a:extLst>
              <a:ext uri="{FF2B5EF4-FFF2-40B4-BE49-F238E27FC236}">
                <a16:creationId xmlns:a16="http://schemas.microsoft.com/office/drawing/2014/main" id="{7BD2ADBE-5BA1-7AD9-11FC-071F515EB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623" y="1594510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0" name="Oval 109">
            <a:extLst>
              <a:ext uri="{FF2B5EF4-FFF2-40B4-BE49-F238E27FC236}">
                <a16:creationId xmlns:a16="http://schemas.microsoft.com/office/drawing/2014/main" id="{5AF36766-82E8-41DF-00D1-AB139462C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623" y="1831172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5FC461-B433-BA98-8E72-C879CD5EE53E}"/>
              </a:ext>
            </a:extLst>
          </p:cNvPr>
          <p:cNvSpPr/>
          <p:nvPr/>
        </p:nvSpPr>
        <p:spPr bwMode="auto">
          <a:xfrm>
            <a:off x="3560196" y="1832575"/>
            <a:ext cx="1080000" cy="16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8ABB1B-3B66-2F5A-4F79-2BFA859C8540}"/>
              </a:ext>
            </a:extLst>
          </p:cNvPr>
          <p:cNvSpPr/>
          <p:nvPr/>
        </p:nvSpPr>
        <p:spPr bwMode="auto">
          <a:xfrm>
            <a:off x="5801946" y="1836113"/>
            <a:ext cx="1080000" cy="16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3" name="그룹 138">
            <a:extLst>
              <a:ext uri="{FF2B5EF4-FFF2-40B4-BE49-F238E27FC236}">
                <a16:creationId xmlns:a16="http://schemas.microsoft.com/office/drawing/2014/main" id="{B8C57F4F-68D4-1BF5-DB61-02160D33DEE4}"/>
              </a:ext>
            </a:extLst>
          </p:cNvPr>
          <p:cNvGrpSpPr>
            <a:grpSpLocks/>
          </p:cNvGrpSpPr>
          <p:nvPr/>
        </p:nvGrpSpPr>
        <p:grpSpPr bwMode="auto">
          <a:xfrm>
            <a:off x="4676310" y="1821191"/>
            <a:ext cx="165097" cy="169735"/>
            <a:chOff x="3788796" y="2582439"/>
            <a:chExt cx="154406" cy="157510"/>
          </a:xfrm>
        </p:grpSpPr>
        <p:sp>
          <p:nvSpPr>
            <p:cNvPr id="24" name="모서리가 둥근 직사각형 48">
              <a:extLst>
                <a:ext uri="{FF2B5EF4-FFF2-40B4-BE49-F238E27FC236}">
                  <a16:creationId xmlns:a16="http://schemas.microsoft.com/office/drawing/2014/main" id="{B0C8228C-88A6-86D3-8CBB-19A57121480E}"/>
                </a:ext>
              </a:extLst>
            </p:cNvPr>
            <p:cNvSpPr/>
            <p:nvPr/>
          </p:nvSpPr>
          <p:spPr>
            <a:xfrm>
              <a:off x="3788737" y="2582934"/>
              <a:ext cx="154409" cy="157628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95000">
                  <a:srgbClr val="EAEAEA"/>
                </a:gs>
                <a:gs pos="100000">
                  <a:schemeClr val="bg1"/>
                </a:gs>
              </a:gsLst>
              <a:lin ang="5400000" scaled="0"/>
            </a:gradFill>
            <a:ln w="3175">
              <a:solidFill>
                <a:srgbClr val="009999"/>
              </a:solidFill>
            </a:ln>
            <a:effectLst>
              <a:outerShdw blurRad="25400" dist="12700" dir="2700000" sx="93000" sy="93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Calendar">
              <a:extLst>
                <a:ext uri="{FF2B5EF4-FFF2-40B4-BE49-F238E27FC236}">
                  <a16:creationId xmlns:a16="http://schemas.microsoft.com/office/drawing/2014/main" id="{ED7A3D81-9E73-4969-B605-4A578B858F9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11264" y="2605677"/>
              <a:ext cx="111765" cy="111765"/>
            </a:xfrm>
            <a:custGeom>
              <a:avLst/>
              <a:gdLst>
                <a:gd name="T0" fmla="*/ 2147483646 w 667"/>
                <a:gd name="T1" fmla="*/ 2147483646 h 667"/>
                <a:gd name="T2" fmla="*/ 2147483646 w 667"/>
                <a:gd name="T3" fmla="*/ 2147483646 h 667"/>
                <a:gd name="T4" fmla="*/ 2147483646 w 667"/>
                <a:gd name="T5" fmla="*/ 2147483646 h 667"/>
                <a:gd name="T6" fmla="*/ 2147483646 w 667"/>
                <a:gd name="T7" fmla="*/ 2147483646 h 667"/>
                <a:gd name="T8" fmla="*/ 2147483646 w 667"/>
                <a:gd name="T9" fmla="*/ 2147483646 h 667"/>
                <a:gd name="T10" fmla="*/ 2147483646 w 667"/>
                <a:gd name="T11" fmla="*/ 2147483646 h 667"/>
                <a:gd name="T12" fmla="*/ 2147483646 w 667"/>
                <a:gd name="T13" fmla="*/ 0 h 667"/>
                <a:gd name="T14" fmla="*/ 2147483646 w 667"/>
                <a:gd name="T15" fmla="*/ 2147483646 h 667"/>
                <a:gd name="T16" fmla="*/ 2147483646 w 667"/>
                <a:gd name="T17" fmla="*/ 2147483646 h 667"/>
                <a:gd name="T18" fmla="*/ 2147483646 w 667"/>
                <a:gd name="T19" fmla="*/ 2147483646 h 667"/>
                <a:gd name="T20" fmla="*/ 2147483646 w 667"/>
                <a:gd name="T21" fmla="*/ 2147483646 h 667"/>
                <a:gd name="T22" fmla="*/ 2147483646 w 667"/>
                <a:gd name="T23" fmla="*/ 2147483646 h 667"/>
                <a:gd name="T24" fmla="*/ 2147483646 w 667"/>
                <a:gd name="T25" fmla="*/ 2147483646 h 667"/>
                <a:gd name="T26" fmla="*/ 2147483646 w 667"/>
                <a:gd name="T27" fmla="*/ 2147483646 h 667"/>
                <a:gd name="T28" fmla="*/ 2147483646 w 667"/>
                <a:gd name="T29" fmla="*/ 2147483646 h 667"/>
                <a:gd name="T30" fmla="*/ 2147483646 w 667"/>
                <a:gd name="T31" fmla="*/ 2147483646 h 667"/>
                <a:gd name="T32" fmla="*/ 2147483646 w 667"/>
                <a:gd name="T33" fmla="*/ 2147483646 h 667"/>
                <a:gd name="T34" fmla="*/ 2147483646 w 667"/>
                <a:gd name="T35" fmla="*/ 2147483646 h 667"/>
                <a:gd name="T36" fmla="*/ 2147483646 w 667"/>
                <a:gd name="T37" fmla="*/ 2147483646 h 667"/>
                <a:gd name="T38" fmla="*/ 2147483646 w 667"/>
                <a:gd name="T39" fmla="*/ 2147483646 h 667"/>
                <a:gd name="T40" fmla="*/ 2147483646 w 667"/>
                <a:gd name="T41" fmla="*/ 2147483646 h 667"/>
                <a:gd name="T42" fmla="*/ 2147483646 w 667"/>
                <a:gd name="T43" fmla="*/ 2147483646 h 667"/>
                <a:gd name="T44" fmla="*/ 2147483646 w 667"/>
                <a:gd name="T45" fmla="*/ 2147483646 h 667"/>
                <a:gd name="T46" fmla="*/ 2147483646 w 667"/>
                <a:gd name="T47" fmla="*/ 2147483646 h 667"/>
                <a:gd name="T48" fmla="*/ 2147483646 w 667"/>
                <a:gd name="T49" fmla="*/ 2147483646 h 667"/>
                <a:gd name="T50" fmla="*/ 2147483646 w 667"/>
                <a:gd name="T51" fmla="*/ 2147483646 h 667"/>
                <a:gd name="T52" fmla="*/ 2147483646 w 667"/>
                <a:gd name="T53" fmla="*/ 2147483646 h 667"/>
                <a:gd name="T54" fmla="*/ 2147483646 w 667"/>
                <a:gd name="T55" fmla="*/ 2147483646 h 667"/>
                <a:gd name="T56" fmla="*/ 2147483646 w 667"/>
                <a:gd name="T57" fmla="*/ 2147483646 h 667"/>
                <a:gd name="T58" fmla="*/ 2147483646 w 667"/>
                <a:gd name="T59" fmla="*/ 2147483646 h 667"/>
                <a:gd name="T60" fmla="*/ 2147483646 w 667"/>
                <a:gd name="T61" fmla="*/ 2147483646 h 667"/>
                <a:gd name="T62" fmla="*/ 2147483646 w 667"/>
                <a:gd name="T63" fmla="*/ 2147483646 h 667"/>
                <a:gd name="T64" fmla="*/ 2147483646 w 667"/>
                <a:gd name="T65" fmla="*/ 2147483646 h 667"/>
                <a:gd name="T66" fmla="*/ 2147483646 w 667"/>
                <a:gd name="T67" fmla="*/ 2147483646 h 667"/>
                <a:gd name="T68" fmla="*/ 2147483646 w 667"/>
                <a:gd name="T69" fmla="*/ 2147483646 h 667"/>
                <a:gd name="T70" fmla="*/ 2147483646 w 667"/>
                <a:gd name="T71" fmla="*/ 2147483646 h 667"/>
                <a:gd name="T72" fmla="*/ 2147483646 w 667"/>
                <a:gd name="T73" fmla="*/ 2147483646 h 667"/>
                <a:gd name="T74" fmla="*/ 2147483646 w 667"/>
                <a:gd name="T75" fmla="*/ 2147483646 h 667"/>
                <a:gd name="T76" fmla="*/ 2147483646 w 667"/>
                <a:gd name="T77" fmla="*/ 2147483646 h 667"/>
                <a:gd name="T78" fmla="*/ 2147483646 w 667"/>
                <a:gd name="T79" fmla="*/ 2147483646 h 667"/>
                <a:gd name="T80" fmla="*/ 2147483646 w 667"/>
                <a:gd name="T81" fmla="*/ 2147483646 h 667"/>
                <a:gd name="T82" fmla="*/ 2147483646 w 667"/>
                <a:gd name="T83" fmla="*/ 2147483646 h 667"/>
                <a:gd name="T84" fmla="*/ 2147483646 w 667"/>
                <a:gd name="T85" fmla="*/ 2147483646 h 667"/>
                <a:gd name="T86" fmla="*/ 2147483646 w 667"/>
                <a:gd name="T87" fmla="*/ 2147483646 h 667"/>
                <a:gd name="T88" fmla="*/ 2147483646 w 667"/>
                <a:gd name="T89" fmla="*/ 2147483646 h 66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67" h="667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그룹 138">
            <a:extLst>
              <a:ext uri="{FF2B5EF4-FFF2-40B4-BE49-F238E27FC236}">
                <a16:creationId xmlns:a16="http://schemas.microsoft.com/office/drawing/2014/main" id="{1F12BDC2-D47F-3F2B-13D2-547AB76EE423}"/>
              </a:ext>
            </a:extLst>
          </p:cNvPr>
          <p:cNvGrpSpPr>
            <a:grpSpLocks/>
          </p:cNvGrpSpPr>
          <p:nvPr/>
        </p:nvGrpSpPr>
        <p:grpSpPr bwMode="auto">
          <a:xfrm>
            <a:off x="6914518" y="1821190"/>
            <a:ext cx="165097" cy="169735"/>
            <a:chOff x="3788796" y="2582439"/>
            <a:chExt cx="154406" cy="157510"/>
          </a:xfrm>
        </p:grpSpPr>
        <p:sp>
          <p:nvSpPr>
            <p:cNvPr id="27" name="모서리가 둥근 직사각형 51">
              <a:extLst>
                <a:ext uri="{FF2B5EF4-FFF2-40B4-BE49-F238E27FC236}">
                  <a16:creationId xmlns:a16="http://schemas.microsoft.com/office/drawing/2014/main" id="{2DC595D4-1022-C67B-F541-C4B43F04E049}"/>
                </a:ext>
              </a:extLst>
            </p:cNvPr>
            <p:cNvSpPr/>
            <p:nvPr/>
          </p:nvSpPr>
          <p:spPr>
            <a:xfrm>
              <a:off x="3788737" y="2582934"/>
              <a:ext cx="154409" cy="157628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95000">
                  <a:srgbClr val="EAEAEA"/>
                </a:gs>
                <a:gs pos="100000">
                  <a:schemeClr val="bg1"/>
                </a:gs>
              </a:gsLst>
              <a:lin ang="5400000" scaled="0"/>
            </a:gradFill>
            <a:ln w="3175">
              <a:solidFill>
                <a:srgbClr val="009999"/>
              </a:solidFill>
            </a:ln>
            <a:effectLst>
              <a:outerShdw blurRad="25400" dist="12700" dir="2700000" sx="93000" sy="93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Calendar">
              <a:extLst>
                <a:ext uri="{FF2B5EF4-FFF2-40B4-BE49-F238E27FC236}">
                  <a16:creationId xmlns:a16="http://schemas.microsoft.com/office/drawing/2014/main" id="{011F5576-8FC3-014A-9489-0ECB932A7BF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11264" y="2605677"/>
              <a:ext cx="111765" cy="111765"/>
            </a:xfrm>
            <a:custGeom>
              <a:avLst/>
              <a:gdLst>
                <a:gd name="T0" fmla="*/ 2147483646 w 667"/>
                <a:gd name="T1" fmla="*/ 2147483646 h 667"/>
                <a:gd name="T2" fmla="*/ 2147483646 w 667"/>
                <a:gd name="T3" fmla="*/ 2147483646 h 667"/>
                <a:gd name="T4" fmla="*/ 2147483646 w 667"/>
                <a:gd name="T5" fmla="*/ 2147483646 h 667"/>
                <a:gd name="T6" fmla="*/ 2147483646 w 667"/>
                <a:gd name="T7" fmla="*/ 2147483646 h 667"/>
                <a:gd name="T8" fmla="*/ 2147483646 w 667"/>
                <a:gd name="T9" fmla="*/ 2147483646 h 667"/>
                <a:gd name="T10" fmla="*/ 2147483646 w 667"/>
                <a:gd name="T11" fmla="*/ 2147483646 h 667"/>
                <a:gd name="T12" fmla="*/ 2147483646 w 667"/>
                <a:gd name="T13" fmla="*/ 0 h 667"/>
                <a:gd name="T14" fmla="*/ 2147483646 w 667"/>
                <a:gd name="T15" fmla="*/ 2147483646 h 667"/>
                <a:gd name="T16" fmla="*/ 2147483646 w 667"/>
                <a:gd name="T17" fmla="*/ 2147483646 h 667"/>
                <a:gd name="T18" fmla="*/ 2147483646 w 667"/>
                <a:gd name="T19" fmla="*/ 2147483646 h 667"/>
                <a:gd name="T20" fmla="*/ 2147483646 w 667"/>
                <a:gd name="T21" fmla="*/ 2147483646 h 667"/>
                <a:gd name="T22" fmla="*/ 2147483646 w 667"/>
                <a:gd name="T23" fmla="*/ 2147483646 h 667"/>
                <a:gd name="T24" fmla="*/ 2147483646 w 667"/>
                <a:gd name="T25" fmla="*/ 2147483646 h 667"/>
                <a:gd name="T26" fmla="*/ 2147483646 w 667"/>
                <a:gd name="T27" fmla="*/ 2147483646 h 667"/>
                <a:gd name="T28" fmla="*/ 2147483646 w 667"/>
                <a:gd name="T29" fmla="*/ 2147483646 h 667"/>
                <a:gd name="T30" fmla="*/ 2147483646 w 667"/>
                <a:gd name="T31" fmla="*/ 2147483646 h 667"/>
                <a:gd name="T32" fmla="*/ 2147483646 w 667"/>
                <a:gd name="T33" fmla="*/ 2147483646 h 667"/>
                <a:gd name="T34" fmla="*/ 2147483646 w 667"/>
                <a:gd name="T35" fmla="*/ 2147483646 h 667"/>
                <a:gd name="T36" fmla="*/ 2147483646 w 667"/>
                <a:gd name="T37" fmla="*/ 2147483646 h 667"/>
                <a:gd name="T38" fmla="*/ 2147483646 w 667"/>
                <a:gd name="T39" fmla="*/ 2147483646 h 667"/>
                <a:gd name="T40" fmla="*/ 2147483646 w 667"/>
                <a:gd name="T41" fmla="*/ 2147483646 h 667"/>
                <a:gd name="T42" fmla="*/ 2147483646 w 667"/>
                <a:gd name="T43" fmla="*/ 2147483646 h 667"/>
                <a:gd name="T44" fmla="*/ 2147483646 w 667"/>
                <a:gd name="T45" fmla="*/ 2147483646 h 667"/>
                <a:gd name="T46" fmla="*/ 2147483646 w 667"/>
                <a:gd name="T47" fmla="*/ 2147483646 h 667"/>
                <a:gd name="T48" fmla="*/ 2147483646 w 667"/>
                <a:gd name="T49" fmla="*/ 2147483646 h 667"/>
                <a:gd name="T50" fmla="*/ 2147483646 w 667"/>
                <a:gd name="T51" fmla="*/ 2147483646 h 667"/>
                <a:gd name="T52" fmla="*/ 2147483646 w 667"/>
                <a:gd name="T53" fmla="*/ 2147483646 h 667"/>
                <a:gd name="T54" fmla="*/ 2147483646 w 667"/>
                <a:gd name="T55" fmla="*/ 2147483646 h 667"/>
                <a:gd name="T56" fmla="*/ 2147483646 w 667"/>
                <a:gd name="T57" fmla="*/ 2147483646 h 667"/>
                <a:gd name="T58" fmla="*/ 2147483646 w 667"/>
                <a:gd name="T59" fmla="*/ 2147483646 h 667"/>
                <a:gd name="T60" fmla="*/ 2147483646 w 667"/>
                <a:gd name="T61" fmla="*/ 2147483646 h 667"/>
                <a:gd name="T62" fmla="*/ 2147483646 w 667"/>
                <a:gd name="T63" fmla="*/ 2147483646 h 667"/>
                <a:gd name="T64" fmla="*/ 2147483646 w 667"/>
                <a:gd name="T65" fmla="*/ 2147483646 h 667"/>
                <a:gd name="T66" fmla="*/ 2147483646 w 667"/>
                <a:gd name="T67" fmla="*/ 2147483646 h 667"/>
                <a:gd name="T68" fmla="*/ 2147483646 w 667"/>
                <a:gd name="T69" fmla="*/ 2147483646 h 667"/>
                <a:gd name="T70" fmla="*/ 2147483646 w 667"/>
                <a:gd name="T71" fmla="*/ 2147483646 h 667"/>
                <a:gd name="T72" fmla="*/ 2147483646 w 667"/>
                <a:gd name="T73" fmla="*/ 2147483646 h 667"/>
                <a:gd name="T74" fmla="*/ 2147483646 w 667"/>
                <a:gd name="T75" fmla="*/ 2147483646 h 667"/>
                <a:gd name="T76" fmla="*/ 2147483646 w 667"/>
                <a:gd name="T77" fmla="*/ 2147483646 h 667"/>
                <a:gd name="T78" fmla="*/ 2147483646 w 667"/>
                <a:gd name="T79" fmla="*/ 2147483646 h 667"/>
                <a:gd name="T80" fmla="*/ 2147483646 w 667"/>
                <a:gd name="T81" fmla="*/ 2147483646 h 667"/>
                <a:gd name="T82" fmla="*/ 2147483646 w 667"/>
                <a:gd name="T83" fmla="*/ 2147483646 h 667"/>
                <a:gd name="T84" fmla="*/ 2147483646 w 667"/>
                <a:gd name="T85" fmla="*/ 2147483646 h 667"/>
                <a:gd name="T86" fmla="*/ 2147483646 w 667"/>
                <a:gd name="T87" fmla="*/ 2147483646 h 667"/>
                <a:gd name="T88" fmla="*/ 2147483646 w 667"/>
                <a:gd name="T89" fmla="*/ 2147483646 h 66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67" h="667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CE8D0AE-818B-D737-45A6-6D891AF408B6}"/>
              </a:ext>
            </a:extLst>
          </p:cNvPr>
          <p:cNvSpPr txBox="1"/>
          <p:nvPr/>
        </p:nvSpPr>
        <p:spPr>
          <a:xfrm>
            <a:off x="5548396" y="1801749"/>
            <a:ext cx="24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Oval 109">
            <a:extLst>
              <a:ext uri="{FF2B5EF4-FFF2-40B4-BE49-F238E27FC236}">
                <a16:creationId xmlns:a16="http://schemas.microsoft.com/office/drawing/2014/main" id="{03E7464F-0332-4BC9-96C3-8C969C8D0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069" y="1711278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37" name="Oval 109">
            <a:extLst>
              <a:ext uri="{FF2B5EF4-FFF2-40B4-BE49-F238E27FC236}">
                <a16:creationId xmlns:a16="http://schemas.microsoft.com/office/drawing/2014/main" id="{02A75FB8-C33B-CE69-B7E9-94FE4BD21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748" y="1477754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8FFA8E5-14F0-206A-504E-6AF4FE6C566E}"/>
              </a:ext>
            </a:extLst>
          </p:cNvPr>
          <p:cNvGrpSpPr/>
          <p:nvPr/>
        </p:nvGrpSpPr>
        <p:grpSpPr>
          <a:xfrm>
            <a:off x="4963909" y="1839521"/>
            <a:ext cx="612000" cy="148047"/>
            <a:chOff x="4205535" y="1898468"/>
            <a:chExt cx="612000" cy="148047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9D85BBF-0281-9B5A-2653-6F9E78F889EB}"/>
                </a:ext>
              </a:extLst>
            </p:cNvPr>
            <p:cNvSpPr/>
            <p:nvPr/>
          </p:nvSpPr>
          <p:spPr bwMode="auto">
            <a:xfrm>
              <a:off x="4205535" y="1898937"/>
              <a:ext cx="612000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   00</a:t>
              </a: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시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DB96B33-FD40-3ADC-BC1E-4BA3DB98CCDA}"/>
                </a:ext>
              </a:extLst>
            </p:cNvPr>
            <p:cNvSpPr/>
            <p:nvPr/>
          </p:nvSpPr>
          <p:spPr bwMode="auto">
            <a:xfrm>
              <a:off x="4649298" y="1898468"/>
              <a:ext cx="166541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B79EBF-87F1-D42B-3DED-6CBA78B00192}"/>
              </a:ext>
            </a:extLst>
          </p:cNvPr>
          <p:cNvGrpSpPr/>
          <p:nvPr/>
        </p:nvGrpSpPr>
        <p:grpSpPr>
          <a:xfrm>
            <a:off x="7210720" y="1839521"/>
            <a:ext cx="612000" cy="148047"/>
            <a:chOff x="6452346" y="1898468"/>
            <a:chExt cx="612000" cy="14804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2F9C218-50A1-3FD8-2C8E-549737423B17}"/>
                </a:ext>
              </a:extLst>
            </p:cNvPr>
            <p:cNvSpPr/>
            <p:nvPr/>
          </p:nvSpPr>
          <p:spPr bwMode="auto">
            <a:xfrm>
              <a:off x="6452346" y="1898937"/>
              <a:ext cx="612000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   00</a:t>
              </a: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시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6D7B159-FF03-C1F8-2492-846FF25ECA95}"/>
                </a:ext>
              </a:extLst>
            </p:cNvPr>
            <p:cNvSpPr/>
            <p:nvPr/>
          </p:nvSpPr>
          <p:spPr bwMode="auto">
            <a:xfrm>
              <a:off x="6896109" y="1898468"/>
              <a:ext cx="166541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46" name="Oval 109">
            <a:extLst>
              <a:ext uri="{FF2B5EF4-FFF2-40B4-BE49-F238E27FC236}">
                <a16:creationId xmlns:a16="http://schemas.microsoft.com/office/drawing/2014/main" id="{24E093DE-24EE-8900-B3C5-F50DAF57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402" y="1726113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pic>
        <p:nvPicPr>
          <p:cNvPr id="50" name="그림 49" descr="텍스트이(가) 표시된 사진&#10;&#10;자동 생성된 설명">
            <a:extLst>
              <a:ext uri="{FF2B5EF4-FFF2-40B4-BE49-F238E27FC236}">
                <a16:creationId xmlns:a16="http://schemas.microsoft.com/office/drawing/2014/main" id="{B7F2E074-179B-1AFB-1EB0-30A7EB46D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121" y="2140170"/>
            <a:ext cx="5460496" cy="1900607"/>
          </a:xfrm>
          <a:prstGeom prst="rect">
            <a:avLst/>
          </a:prstGeom>
        </p:spPr>
      </p:pic>
      <p:sp>
        <p:nvSpPr>
          <p:cNvPr id="51" name="모서리가 둥근 직사각형 86">
            <a:extLst>
              <a:ext uri="{FF2B5EF4-FFF2-40B4-BE49-F238E27FC236}">
                <a16:creationId xmlns:a16="http://schemas.microsoft.com/office/drawing/2014/main" id="{6D96BE09-3A04-8F40-C3B2-138A5D437BE8}"/>
              </a:ext>
            </a:extLst>
          </p:cNvPr>
          <p:cNvSpPr/>
          <p:nvPr/>
        </p:nvSpPr>
        <p:spPr bwMode="auto">
          <a:xfrm>
            <a:off x="8393111" y="430020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52" name="모서리가 둥근 직사각형 87">
            <a:extLst>
              <a:ext uri="{FF2B5EF4-FFF2-40B4-BE49-F238E27FC236}">
                <a16:creationId xmlns:a16="http://schemas.microsoft.com/office/drawing/2014/main" id="{05AD97B3-882F-0F05-8ED1-FA8F71694525}"/>
              </a:ext>
            </a:extLst>
          </p:cNvPr>
          <p:cNvSpPr/>
          <p:nvPr/>
        </p:nvSpPr>
        <p:spPr bwMode="auto">
          <a:xfrm>
            <a:off x="6954836" y="430020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53" name="Oval 109">
            <a:extLst>
              <a:ext uri="{FF2B5EF4-FFF2-40B4-BE49-F238E27FC236}">
                <a16:creationId xmlns:a16="http://schemas.microsoft.com/office/drawing/2014/main" id="{2405208A-581A-E20F-0E14-B905E906C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490" y="4328415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54" name="Oval 109">
            <a:extLst>
              <a:ext uri="{FF2B5EF4-FFF2-40B4-BE49-F238E27FC236}">
                <a16:creationId xmlns:a16="http://schemas.microsoft.com/office/drawing/2014/main" id="{450084BB-E2E2-788E-CED4-04B47D2AE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586" y="4328415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4" name="모서리가 둥근 직사각형 87">
            <a:extLst>
              <a:ext uri="{FF2B5EF4-FFF2-40B4-BE49-F238E27FC236}">
                <a16:creationId xmlns:a16="http://schemas.microsoft.com/office/drawing/2014/main" id="{956FA327-B223-C2A6-B8D7-3A12C613B9CC}"/>
              </a:ext>
            </a:extLst>
          </p:cNvPr>
          <p:cNvSpPr/>
          <p:nvPr/>
        </p:nvSpPr>
        <p:spPr bwMode="auto">
          <a:xfrm>
            <a:off x="7673685" y="430586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미리보기</a:t>
            </a:r>
          </a:p>
        </p:txBody>
      </p:sp>
      <p:sp>
        <p:nvSpPr>
          <p:cNvPr id="7" name="Oval 109">
            <a:extLst>
              <a:ext uri="{FF2B5EF4-FFF2-40B4-BE49-F238E27FC236}">
                <a16:creationId xmlns:a16="http://schemas.microsoft.com/office/drawing/2014/main" id="{85CAE5FB-F4A1-5537-197D-08D2C1B8C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7470" y="4315801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99244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C20D7-C809-A8BF-695E-6FC8FE3B5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1DA5982-6369-560A-BE00-41CDD22BF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88669"/>
              </p:ext>
            </p:extLst>
          </p:nvPr>
        </p:nvGraphicFramePr>
        <p:xfrm>
          <a:off x="9182101" y="947377"/>
          <a:ext cx="2795588" cy="1855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템플릿이 적용된 팝업화면 노출</a:t>
                      </a: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영역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 영역</a:t>
                      </a: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E3CF42E-3EA2-354C-F23F-8B4DF1D0E599}"/>
              </a:ext>
            </a:extLst>
          </p:cNvPr>
          <p:cNvSpPr/>
          <p:nvPr/>
        </p:nvSpPr>
        <p:spPr>
          <a:xfrm>
            <a:off x="959895" y="375614"/>
            <a:ext cx="209384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팝업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등록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 err="1">
                <a:latin typeface="나눔고딕" pitchFamily="50" charset="-127"/>
                <a:ea typeface="나눔고딕" pitchFamily="50" charset="-127"/>
              </a:rPr>
              <a:t>미리보기</a:t>
            </a:r>
            <a:endParaRPr kumimoji="1"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C43F0-7A8B-49F2-33C0-5F4859725B1A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팝엄관리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53D6F95-35E4-9E2D-15D6-E9E40BB705A1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AA35133-1844-F011-F5E7-8D8A9E8B0871}"/>
              </a:ext>
            </a:extLst>
          </p:cNvPr>
          <p:cNvSpPr/>
          <p:nvPr/>
        </p:nvSpPr>
        <p:spPr bwMode="auto">
          <a:xfrm>
            <a:off x="146138" y="3955210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D5D638-FBD2-EB32-0E4E-31D620F457A1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KdbAF_Bomag_List_001</a:t>
            </a:r>
            <a:endParaRPr lang="ko-KR" altLang="en-US" sz="8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2EBD23-3E99-E0CC-DD5A-AE305260DCB3}"/>
              </a:ext>
            </a:extLst>
          </p:cNvPr>
          <p:cNvGraphicFramePr>
            <a:graphicFrameLocks noGrp="1"/>
          </p:cNvGraphicFramePr>
          <p:nvPr/>
        </p:nvGraphicFramePr>
        <p:xfrm>
          <a:off x="1703388" y="1579353"/>
          <a:ext cx="727868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적용일시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7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0BD89BE7-E77F-E25A-EB94-3C760BF8DAD3}"/>
              </a:ext>
            </a:extLst>
          </p:cNvPr>
          <p:cNvSpPr/>
          <p:nvPr/>
        </p:nvSpPr>
        <p:spPr bwMode="auto">
          <a:xfrm>
            <a:off x="3549199" y="1604760"/>
            <a:ext cx="3780000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2025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년 </a:t>
            </a: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FTA 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대두</a:t>
            </a: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콩</a:t>
            </a: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입고완료</a:t>
            </a:r>
            <a:endParaRPr kumimoji="1" lang="ko-KR" altLang="en-US" sz="10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864A64D-E50B-AB56-9F2E-8D15D5E27364}"/>
              </a:ext>
            </a:extLst>
          </p:cNvPr>
          <p:cNvSpPr/>
          <p:nvPr/>
        </p:nvSpPr>
        <p:spPr bwMode="auto">
          <a:xfrm>
            <a:off x="3560196" y="1832575"/>
            <a:ext cx="1080000" cy="16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2025-12-12</a:t>
            </a:r>
            <a:endParaRPr kumimoji="1" lang="ko-KR" altLang="en-US" sz="9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40BBCC-5A57-2D8F-9060-B66EB3B983DF}"/>
              </a:ext>
            </a:extLst>
          </p:cNvPr>
          <p:cNvSpPr/>
          <p:nvPr/>
        </p:nvSpPr>
        <p:spPr bwMode="auto">
          <a:xfrm>
            <a:off x="5801946" y="1836113"/>
            <a:ext cx="1080000" cy="16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2025-12-14</a:t>
            </a:r>
            <a:endParaRPr kumimoji="1" lang="ko-KR" altLang="en-US" sz="9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3" name="그룹 138">
            <a:extLst>
              <a:ext uri="{FF2B5EF4-FFF2-40B4-BE49-F238E27FC236}">
                <a16:creationId xmlns:a16="http://schemas.microsoft.com/office/drawing/2014/main" id="{73EA8B40-5A4D-236F-363E-7B8B6B6866A5}"/>
              </a:ext>
            </a:extLst>
          </p:cNvPr>
          <p:cNvGrpSpPr>
            <a:grpSpLocks/>
          </p:cNvGrpSpPr>
          <p:nvPr/>
        </p:nvGrpSpPr>
        <p:grpSpPr bwMode="auto">
          <a:xfrm>
            <a:off x="4676310" y="1821191"/>
            <a:ext cx="165097" cy="169735"/>
            <a:chOff x="3788796" y="2582439"/>
            <a:chExt cx="154406" cy="157510"/>
          </a:xfrm>
        </p:grpSpPr>
        <p:sp>
          <p:nvSpPr>
            <p:cNvPr id="24" name="모서리가 둥근 직사각형 48">
              <a:extLst>
                <a:ext uri="{FF2B5EF4-FFF2-40B4-BE49-F238E27FC236}">
                  <a16:creationId xmlns:a16="http://schemas.microsoft.com/office/drawing/2014/main" id="{B5F73BBA-A580-67F7-7115-BE422CF16083}"/>
                </a:ext>
              </a:extLst>
            </p:cNvPr>
            <p:cNvSpPr/>
            <p:nvPr/>
          </p:nvSpPr>
          <p:spPr>
            <a:xfrm>
              <a:off x="3788737" y="2582934"/>
              <a:ext cx="154409" cy="157628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95000">
                  <a:srgbClr val="EAEAEA"/>
                </a:gs>
                <a:gs pos="100000">
                  <a:schemeClr val="bg1"/>
                </a:gs>
              </a:gsLst>
              <a:lin ang="5400000" scaled="0"/>
            </a:gradFill>
            <a:ln w="3175">
              <a:solidFill>
                <a:srgbClr val="009999"/>
              </a:solidFill>
            </a:ln>
            <a:effectLst>
              <a:outerShdw blurRad="25400" dist="12700" dir="2700000" sx="93000" sy="93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Calendar">
              <a:extLst>
                <a:ext uri="{FF2B5EF4-FFF2-40B4-BE49-F238E27FC236}">
                  <a16:creationId xmlns:a16="http://schemas.microsoft.com/office/drawing/2014/main" id="{3A4E214F-40BD-CA80-89C8-7B0ABE04BF2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11264" y="2605677"/>
              <a:ext cx="111765" cy="111765"/>
            </a:xfrm>
            <a:custGeom>
              <a:avLst/>
              <a:gdLst>
                <a:gd name="T0" fmla="*/ 2147483646 w 667"/>
                <a:gd name="T1" fmla="*/ 2147483646 h 667"/>
                <a:gd name="T2" fmla="*/ 2147483646 w 667"/>
                <a:gd name="T3" fmla="*/ 2147483646 h 667"/>
                <a:gd name="T4" fmla="*/ 2147483646 w 667"/>
                <a:gd name="T5" fmla="*/ 2147483646 h 667"/>
                <a:gd name="T6" fmla="*/ 2147483646 w 667"/>
                <a:gd name="T7" fmla="*/ 2147483646 h 667"/>
                <a:gd name="T8" fmla="*/ 2147483646 w 667"/>
                <a:gd name="T9" fmla="*/ 2147483646 h 667"/>
                <a:gd name="T10" fmla="*/ 2147483646 w 667"/>
                <a:gd name="T11" fmla="*/ 2147483646 h 667"/>
                <a:gd name="T12" fmla="*/ 2147483646 w 667"/>
                <a:gd name="T13" fmla="*/ 0 h 667"/>
                <a:gd name="T14" fmla="*/ 2147483646 w 667"/>
                <a:gd name="T15" fmla="*/ 2147483646 h 667"/>
                <a:gd name="T16" fmla="*/ 2147483646 w 667"/>
                <a:gd name="T17" fmla="*/ 2147483646 h 667"/>
                <a:gd name="T18" fmla="*/ 2147483646 w 667"/>
                <a:gd name="T19" fmla="*/ 2147483646 h 667"/>
                <a:gd name="T20" fmla="*/ 2147483646 w 667"/>
                <a:gd name="T21" fmla="*/ 2147483646 h 667"/>
                <a:gd name="T22" fmla="*/ 2147483646 w 667"/>
                <a:gd name="T23" fmla="*/ 2147483646 h 667"/>
                <a:gd name="T24" fmla="*/ 2147483646 w 667"/>
                <a:gd name="T25" fmla="*/ 2147483646 h 667"/>
                <a:gd name="T26" fmla="*/ 2147483646 w 667"/>
                <a:gd name="T27" fmla="*/ 2147483646 h 667"/>
                <a:gd name="T28" fmla="*/ 2147483646 w 667"/>
                <a:gd name="T29" fmla="*/ 2147483646 h 667"/>
                <a:gd name="T30" fmla="*/ 2147483646 w 667"/>
                <a:gd name="T31" fmla="*/ 2147483646 h 667"/>
                <a:gd name="T32" fmla="*/ 2147483646 w 667"/>
                <a:gd name="T33" fmla="*/ 2147483646 h 667"/>
                <a:gd name="T34" fmla="*/ 2147483646 w 667"/>
                <a:gd name="T35" fmla="*/ 2147483646 h 667"/>
                <a:gd name="T36" fmla="*/ 2147483646 w 667"/>
                <a:gd name="T37" fmla="*/ 2147483646 h 667"/>
                <a:gd name="T38" fmla="*/ 2147483646 w 667"/>
                <a:gd name="T39" fmla="*/ 2147483646 h 667"/>
                <a:gd name="T40" fmla="*/ 2147483646 w 667"/>
                <a:gd name="T41" fmla="*/ 2147483646 h 667"/>
                <a:gd name="T42" fmla="*/ 2147483646 w 667"/>
                <a:gd name="T43" fmla="*/ 2147483646 h 667"/>
                <a:gd name="T44" fmla="*/ 2147483646 w 667"/>
                <a:gd name="T45" fmla="*/ 2147483646 h 667"/>
                <a:gd name="T46" fmla="*/ 2147483646 w 667"/>
                <a:gd name="T47" fmla="*/ 2147483646 h 667"/>
                <a:gd name="T48" fmla="*/ 2147483646 w 667"/>
                <a:gd name="T49" fmla="*/ 2147483646 h 667"/>
                <a:gd name="T50" fmla="*/ 2147483646 w 667"/>
                <a:gd name="T51" fmla="*/ 2147483646 h 667"/>
                <a:gd name="T52" fmla="*/ 2147483646 w 667"/>
                <a:gd name="T53" fmla="*/ 2147483646 h 667"/>
                <a:gd name="T54" fmla="*/ 2147483646 w 667"/>
                <a:gd name="T55" fmla="*/ 2147483646 h 667"/>
                <a:gd name="T56" fmla="*/ 2147483646 w 667"/>
                <a:gd name="T57" fmla="*/ 2147483646 h 667"/>
                <a:gd name="T58" fmla="*/ 2147483646 w 667"/>
                <a:gd name="T59" fmla="*/ 2147483646 h 667"/>
                <a:gd name="T60" fmla="*/ 2147483646 w 667"/>
                <a:gd name="T61" fmla="*/ 2147483646 h 667"/>
                <a:gd name="T62" fmla="*/ 2147483646 w 667"/>
                <a:gd name="T63" fmla="*/ 2147483646 h 667"/>
                <a:gd name="T64" fmla="*/ 2147483646 w 667"/>
                <a:gd name="T65" fmla="*/ 2147483646 h 667"/>
                <a:gd name="T66" fmla="*/ 2147483646 w 667"/>
                <a:gd name="T67" fmla="*/ 2147483646 h 667"/>
                <a:gd name="T68" fmla="*/ 2147483646 w 667"/>
                <a:gd name="T69" fmla="*/ 2147483646 h 667"/>
                <a:gd name="T70" fmla="*/ 2147483646 w 667"/>
                <a:gd name="T71" fmla="*/ 2147483646 h 667"/>
                <a:gd name="T72" fmla="*/ 2147483646 w 667"/>
                <a:gd name="T73" fmla="*/ 2147483646 h 667"/>
                <a:gd name="T74" fmla="*/ 2147483646 w 667"/>
                <a:gd name="T75" fmla="*/ 2147483646 h 667"/>
                <a:gd name="T76" fmla="*/ 2147483646 w 667"/>
                <a:gd name="T77" fmla="*/ 2147483646 h 667"/>
                <a:gd name="T78" fmla="*/ 2147483646 w 667"/>
                <a:gd name="T79" fmla="*/ 2147483646 h 667"/>
                <a:gd name="T80" fmla="*/ 2147483646 w 667"/>
                <a:gd name="T81" fmla="*/ 2147483646 h 667"/>
                <a:gd name="T82" fmla="*/ 2147483646 w 667"/>
                <a:gd name="T83" fmla="*/ 2147483646 h 667"/>
                <a:gd name="T84" fmla="*/ 2147483646 w 667"/>
                <a:gd name="T85" fmla="*/ 2147483646 h 667"/>
                <a:gd name="T86" fmla="*/ 2147483646 w 667"/>
                <a:gd name="T87" fmla="*/ 2147483646 h 667"/>
                <a:gd name="T88" fmla="*/ 2147483646 w 667"/>
                <a:gd name="T89" fmla="*/ 2147483646 h 66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67" h="667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그룹 138">
            <a:extLst>
              <a:ext uri="{FF2B5EF4-FFF2-40B4-BE49-F238E27FC236}">
                <a16:creationId xmlns:a16="http://schemas.microsoft.com/office/drawing/2014/main" id="{3C245DF8-08B2-D5C9-E8FA-4F66EAFDF811}"/>
              </a:ext>
            </a:extLst>
          </p:cNvPr>
          <p:cNvGrpSpPr>
            <a:grpSpLocks/>
          </p:cNvGrpSpPr>
          <p:nvPr/>
        </p:nvGrpSpPr>
        <p:grpSpPr bwMode="auto">
          <a:xfrm>
            <a:off x="6914518" y="1821190"/>
            <a:ext cx="165097" cy="169735"/>
            <a:chOff x="3788796" y="2582439"/>
            <a:chExt cx="154406" cy="157510"/>
          </a:xfrm>
        </p:grpSpPr>
        <p:sp>
          <p:nvSpPr>
            <p:cNvPr id="27" name="모서리가 둥근 직사각형 51">
              <a:extLst>
                <a:ext uri="{FF2B5EF4-FFF2-40B4-BE49-F238E27FC236}">
                  <a16:creationId xmlns:a16="http://schemas.microsoft.com/office/drawing/2014/main" id="{DFAF30AE-8D56-175A-BE70-F87106B5D103}"/>
                </a:ext>
              </a:extLst>
            </p:cNvPr>
            <p:cNvSpPr/>
            <p:nvPr/>
          </p:nvSpPr>
          <p:spPr>
            <a:xfrm>
              <a:off x="3788737" y="2582934"/>
              <a:ext cx="154409" cy="157628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95000">
                  <a:srgbClr val="EAEAEA"/>
                </a:gs>
                <a:gs pos="100000">
                  <a:schemeClr val="bg1"/>
                </a:gs>
              </a:gsLst>
              <a:lin ang="5400000" scaled="0"/>
            </a:gradFill>
            <a:ln w="3175">
              <a:solidFill>
                <a:srgbClr val="009999"/>
              </a:solidFill>
            </a:ln>
            <a:effectLst>
              <a:outerShdw blurRad="25400" dist="12700" dir="2700000" sx="93000" sy="93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Calendar">
              <a:extLst>
                <a:ext uri="{FF2B5EF4-FFF2-40B4-BE49-F238E27FC236}">
                  <a16:creationId xmlns:a16="http://schemas.microsoft.com/office/drawing/2014/main" id="{DBD161DA-168D-0D18-C0A2-B2F6F1F90FC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11264" y="2605677"/>
              <a:ext cx="111765" cy="111765"/>
            </a:xfrm>
            <a:custGeom>
              <a:avLst/>
              <a:gdLst>
                <a:gd name="T0" fmla="*/ 2147483646 w 667"/>
                <a:gd name="T1" fmla="*/ 2147483646 h 667"/>
                <a:gd name="T2" fmla="*/ 2147483646 w 667"/>
                <a:gd name="T3" fmla="*/ 2147483646 h 667"/>
                <a:gd name="T4" fmla="*/ 2147483646 w 667"/>
                <a:gd name="T5" fmla="*/ 2147483646 h 667"/>
                <a:gd name="T6" fmla="*/ 2147483646 w 667"/>
                <a:gd name="T7" fmla="*/ 2147483646 h 667"/>
                <a:gd name="T8" fmla="*/ 2147483646 w 667"/>
                <a:gd name="T9" fmla="*/ 2147483646 h 667"/>
                <a:gd name="T10" fmla="*/ 2147483646 w 667"/>
                <a:gd name="T11" fmla="*/ 2147483646 h 667"/>
                <a:gd name="T12" fmla="*/ 2147483646 w 667"/>
                <a:gd name="T13" fmla="*/ 0 h 667"/>
                <a:gd name="T14" fmla="*/ 2147483646 w 667"/>
                <a:gd name="T15" fmla="*/ 2147483646 h 667"/>
                <a:gd name="T16" fmla="*/ 2147483646 w 667"/>
                <a:gd name="T17" fmla="*/ 2147483646 h 667"/>
                <a:gd name="T18" fmla="*/ 2147483646 w 667"/>
                <a:gd name="T19" fmla="*/ 2147483646 h 667"/>
                <a:gd name="T20" fmla="*/ 2147483646 w 667"/>
                <a:gd name="T21" fmla="*/ 2147483646 h 667"/>
                <a:gd name="T22" fmla="*/ 2147483646 w 667"/>
                <a:gd name="T23" fmla="*/ 2147483646 h 667"/>
                <a:gd name="T24" fmla="*/ 2147483646 w 667"/>
                <a:gd name="T25" fmla="*/ 2147483646 h 667"/>
                <a:gd name="T26" fmla="*/ 2147483646 w 667"/>
                <a:gd name="T27" fmla="*/ 2147483646 h 667"/>
                <a:gd name="T28" fmla="*/ 2147483646 w 667"/>
                <a:gd name="T29" fmla="*/ 2147483646 h 667"/>
                <a:gd name="T30" fmla="*/ 2147483646 w 667"/>
                <a:gd name="T31" fmla="*/ 2147483646 h 667"/>
                <a:gd name="T32" fmla="*/ 2147483646 w 667"/>
                <a:gd name="T33" fmla="*/ 2147483646 h 667"/>
                <a:gd name="T34" fmla="*/ 2147483646 w 667"/>
                <a:gd name="T35" fmla="*/ 2147483646 h 667"/>
                <a:gd name="T36" fmla="*/ 2147483646 w 667"/>
                <a:gd name="T37" fmla="*/ 2147483646 h 667"/>
                <a:gd name="T38" fmla="*/ 2147483646 w 667"/>
                <a:gd name="T39" fmla="*/ 2147483646 h 667"/>
                <a:gd name="T40" fmla="*/ 2147483646 w 667"/>
                <a:gd name="T41" fmla="*/ 2147483646 h 667"/>
                <a:gd name="T42" fmla="*/ 2147483646 w 667"/>
                <a:gd name="T43" fmla="*/ 2147483646 h 667"/>
                <a:gd name="T44" fmla="*/ 2147483646 w 667"/>
                <a:gd name="T45" fmla="*/ 2147483646 h 667"/>
                <a:gd name="T46" fmla="*/ 2147483646 w 667"/>
                <a:gd name="T47" fmla="*/ 2147483646 h 667"/>
                <a:gd name="T48" fmla="*/ 2147483646 w 667"/>
                <a:gd name="T49" fmla="*/ 2147483646 h 667"/>
                <a:gd name="T50" fmla="*/ 2147483646 w 667"/>
                <a:gd name="T51" fmla="*/ 2147483646 h 667"/>
                <a:gd name="T52" fmla="*/ 2147483646 w 667"/>
                <a:gd name="T53" fmla="*/ 2147483646 h 667"/>
                <a:gd name="T54" fmla="*/ 2147483646 w 667"/>
                <a:gd name="T55" fmla="*/ 2147483646 h 667"/>
                <a:gd name="T56" fmla="*/ 2147483646 w 667"/>
                <a:gd name="T57" fmla="*/ 2147483646 h 667"/>
                <a:gd name="T58" fmla="*/ 2147483646 w 667"/>
                <a:gd name="T59" fmla="*/ 2147483646 h 667"/>
                <a:gd name="T60" fmla="*/ 2147483646 w 667"/>
                <a:gd name="T61" fmla="*/ 2147483646 h 667"/>
                <a:gd name="T62" fmla="*/ 2147483646 w 667"/>
                <a:gd name="T63" fmla="*/ 2147483646 h 667"/>
                <a:gd name="T64" fmla="*/ 2147483646 w 667"/>
                <a:gd name="T65" fmla="*/ 2147483646 h 667"/>
                <a:gd name="T66" fmla="*/ 2147483646 w 667"/>
                <a:gd name="T67" fmla="*/ 2147483646 h 667"/>
                <a:gd name="T68" fmla="*/ 2147483646 w 667"/>
                <a:gd name="T69" fmla="*/ 2147483646 h 667"/>
                <a:gd name="T70" fmla="*/ 2147483646 w 667"/>
                <a:gd name="T71" fmla="*/ 2147483646 h 667"/>
                <a:gd name="T72" fmla="*/ 2147483646 w 667"/>
                <a:gd name="T73" fmla="*/ 2147483646 h 667"/>
                <a:gd name="T74" fmla="*/ 2147483646 w 667"/>
                <a:gd name="T75" fmla="*/ 2147483646 h 667"/>
                <a:gd name="T76" fmla="*/ 2147483646 w 667"/>
                <a:gd name="T77" fmla="*/ 2147483646 h 667"/>
                <a:gd name="T78" fmla="*/ 2147483646 w 667"/>
                <a:gd name="T79" fmla="*/ 2147483646 h 667"/>
                <a:gd name="T80" fmla="*/ 2147483646 w 667"/>
                <a:gd name="T81" fmla="*/ 2147483646 h 667"/>
                <a:gd name="T82" fmla="*/ 2147483646 w 667"/>
                <a:gd name="T83" fmla="*/ 2147483646 h 667"/>
                <a:gd name="T84" fmla="*/ 2147483646 w 667"/>
                <a:gd name="T85" fmla="*/ 2147483646 h 667"/>
                <a:gd name="T86" fmla="*/ 2147483646 w 667"/>
                <a:gd name="T87" fmla="*/ 2147483646 h 667"/>
                <a:gd name="T88" fmla="*/ 2147483646 w 667"/>
                <a:gd name="T89" fmla="*/ 2147483646 h 66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67" h="667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1091B39-3F18-8CDF-DD0C-2EFAA2947BC9}"/>
              </a:ext>
            </a:extLst>
          </p:cNvPr>
          <p:cNvSpPr txBox="1"/>
          <p:nvPr/>
        </p:nvSpPr>
        <p:spPr>
          <a:xfrm>
            <a:off x="5548396" y="1801749"/>
            <a:ext cx="24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003608F-7855-7603-DFDC-033880E3911F}"/>
              </a:ext>
            </a:extLst>
          </p:cNvPr>
          <p:cNvGrpSpPr/>
          <p:nvPr/>
        </p:nvGrpSpPr>
        <p:grpSpPr>
          <a:xfrm>
            <a:off x="4963909" y="1839521"/>
            <a:ext cx="612000" cy="148047"/>
            <a:chOff x="4205535" y="1898468"/>
            <a:chExt cx="612000" cy="148047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E5F331D-83F4-0896-E3F8-31FAFD549843}"/>
                </a:ext>
              </a:extLst>
            </p:cNvPr>
            <p:cNvSpPr/>
            <p:nvPr/>
          </p:nvSpPr>
          <p:spPr bwMode="auto">
            <a:xfrm>
              <a:off x="4205535" y="1898937"/>
              <a:ext cx="612000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   00</a:t>
              </a: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시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A82DB81-30EE-7543-0725-A08EC6239F3B}"/>
                </a:ext>
              </a:extLst>
            </p:cNvPr>
            <p:cNvSpPr/>
            <p:nvPr/>
          </p:nvSpPr>
          <p:spPr bwMode="auto">
            <a:xfrm>
              <a:off x="4649298" y="1898468"/>
              <a:ext cx="166541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9CF52B3-DE35-F96D-DB55-6CF859F134C8}"/>
              </a:ext>
            </a:extLst>
          </p:cNvPr>
          <p:cNvGrpSpPr/>
          <p:nvPr/>
        </p:nvGrpSpPr>
        <p:grpSpPr>
          <a:xfrm>
            <a:off x="7210720" y="1839521"/>
            <a:ext cx="612000" cy="148047"/>
            <a:chOff x="6452346" y="1898468"/>
            <a:chExt cx="612000" cy="14804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DE24EDB-B81D-51A5-08E5-50DCB5526CAE}"/>
                </a:ext>
              </a:extLst>
            </p:cNvPr>
            <p:cNvSpPr/>
            <p:nvPr/>
          </p:nvSpPr>
          <p:spPr bwMode="auto">
            <a:xfrm>
              <a:off x="6452346" y="1898937"/>
              <a:ext cx="612000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   00</a:t>
              </a: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시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460C484-8422-F96F-0843-09A02FBC948C}"/>
                </a:ext>
              </a:extLst>
            </p:cNvPr>
            <p:cNvSpPr/>
            <p:nvPr/>
          </p:nvSpPr>
          <p:spPr bwMode="auto">
            <a:xfrm>
              <a:off x="6896109" y="1898468"/>
              <a:ext cx="166541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pic>
        <p:nvPicPr>
          <p:cNvPr id="50" name="그림 49" descr="텍스트이(가) 표시된 사진&#10;&#10;자동 생성된 설명">
            <a:extLst>
              <a:ext uri="{FF2B5EF4-FFF2-40B4-BE49-F238E27FC236}">
                <a16:creationId xmlns:a16="http://schemas.microsoft.com/office/drawing/2014/main" id="{A9572839-5469-22EC-DCE8-E88A9421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121" y="2140170"/>
            <a:ext cx="5460496" cy="1900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DC4F50-5EE4-9126-3E4C-467F70FBC993}"/>
              </a:ext>
            </a:extLst>
          </p:cNvPr>
          <p:cNvSpPr txBox="1"/>
          <p:nvPr/>
        </p:nvSpPr>
        <p:spPr>
          <a:xfrm>
            <a:off x="3530149" y="2412274"/>
            <a:ext cx="144325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2025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년 </a:t>
            </a: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FTA 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대두</a:t>
            </a: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콩</a:t>
            </a: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)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 입고완료</a:t>
            </a:r>
            <a:endParaRPr kumimoji="1" lang="ko-KR" altLang="en-US" sz="10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latin typeface="나눔고딕" pitchFamily="50" charset="-127"/>
              <a:ea typeface="나눔고딕" pitchFamily="50" charset="-127"/>
            </a:endParaRPr>
          </a:p>
          <a:p>
            <a:pPr algn="l"/>
            <a:endParaRPr lang="en-US" altLang="ko-KR" sz="900" dirty="0"/>
          </a:p>
          <a:p>
            <a:pPr algn="l"/>
            <a:r>
              <a:rPr lang="en-US" altLang="ko-KR" sz="900" dirty="0"/>
              <a:t>2025</a:t>
            </a:r>
            <a:r>
              <a:rPr lang="ko-KR" altLang="en-US" sz="900" dirty="0"/>
              <a:t>년 </a:t>
            </a:r>
            <a:r>
              <a:rPr lang="en-US" altLang="ko-KR" sz="900" dirty="0"/>
              <a:t>12</a:t>
            </a:r>
            <a:r>
              <a:rPr lang="ko-KR" altLang="en-US" sz="900" dirty="0"/>
              <a:t>월 </a:t>
            </a:r>
            <a:r>
              <a:rPr lang="en-US" altLang="ko-KR" sz="900" dirty="0"/>
              <a:t>12</a:t>
            </a:r>
            <a:r>
              <a:rPr lang="ko-KR" altLang="en-US" sz="900" dirty="0"/>
              <a:t>일부터 판매가능합니다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7" name="모서리가 둥근 직사각형 86">
            <a:extLst>
              <a:ext uri="{FF2B5EF4-FFF2-40B4-BE49-F238E27FC236}">
                <a16:creationId xmlns:a16="http://schemas.microsoft.com/office/drawing/2014/main" id="{F91DAF74-4FE5-9192-916A-0730A3244D21}"/>
              </a:ext>
            </a:extLst>
          </p:cNvPr>
          <p:cNvSpPr/>
          <p:nvPr/>
        </p:nvSpPr>
        <p:spPr bwMode="auto">
          <a:xfrm>
            <a:off x="8393111" y="430020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8" name="모서리가 둥근 직사각형 87">
            <a:extLst>
              <a:ext uri="{FF2B5EF4-FFF2-40B4-BE49-F238E27FC236}">
                <a16:creationId xmlns:a16="http://schemas.microsoft.com/office/drawing/2014/main" id="{DB9F6625-8DF8-E610-CCF5-72C14E4141BA}"/>
              </a:ext>
            </a:extLst>
          </p:cNvPr>
          <p:cNvSpPr/>
          <p:nvPr/>
        </p:nvSpPr>
        <p:spPr bwMode="auto">
          <a:xfrm>
            <a:off x="6954836" y="430020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13" name="모서리가 둥근 직사각형 87">
            <a:extLst>
              <a:ext uri="{FF2B5EF4-FFF2-40B4-BE49-F238E27FC236}">
                <a16:creationId xmlns:a16="http://schemas.microsoft.com/office/drawing/2014/main" id="{512456C0-9011-B671-2229-BB3682CA1CEB}"/>
              </a:ext>
            </a:extLst>
          </p:cNvPr>
          <p:cNvSpPr/>
          <p:nvPr/>
        </p:nvSpPr>
        <p:spPr bwMode="auto">
          <a:xfrm>
            <a:off x="7673685" y="430586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미리보기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AB42BF-0DDB-D248-E9FC-3A2B87A287AE}"/>
              </a:ext>
            </a:extLst>
          </p:cNvPr>
          <p:cNvSpPr/>
          <p:nvPr/>
        </p:nvSpPr>
        <p:spPr>
          <a:xfrm>
            <a:off x="151179" y="710405"/>
            <a:ext cx="8951257" cy="5895975"/>
          </a:xfrm>
          <a:prstGeom prst="rect">
            <a:avLst/>
          </a:prstGeom>
          <a:solidFill>
            <a:schemeClr val="bg1">
              <a:lumMod val="95000"/>
              <a:alpha val="6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09E96EE-E04E-AE86-E71E-79A071FDC315}"/>
              </a:ext>
            </a:extLst>
          </p:cNvPr>
          <p:cNvSpPr/>
          <p:nvPr/>
        </p:nvSpPr>
        <p:spPr>
          <a:xfrm>
            <a:off x="3774332" y="1579353"/>
            <a:ext cx="2516935" cy="39745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59A1FF5-C5BD-518D-5863-873D01C3429F}"/>
              </a:ext>
            </a:extLst>
          </p:cNvPr>
          <p:cNvCxnSpPr/>
          <p:nvPr/>
        </p:nvCxnSpPr>
        <p:spPr>
          <a:xfrm>
            <a:off x="3774332" y="1801749"/>
            <a:ext cx="2516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F9C4C00-A781-D9E2-2B07-84AC586AF9A1}"/>
              </a:ext>
            </a:extLst>
          </p:cNvPr>
          <p:cNvSpPr txBox="1"/>
          <p:nvPr/>
        </p:nvSpPr>
        <p:spPr>
          <a:xfrm>
            <a:off x="6018078" y="1565865"/>
            <a:ext cx="227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dirty="0"/>
              <a:t>X</a:t>
            </a:r>
            <a:endParaRPr lang="ko-KR" alt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0286C5-2ACD-C86A-E565-6AF978713BBD}"/>
              </a:ext>
            </a:extLst>
          </p:cNvPr>
          <p:cNvSpPr txBox="1"/>
          <p:nvPr/>
        </p:nvSpPr>
        <p:spPr>
          <a:xfrm>
            <a:off x="3774332" y="1579353"/>
            <a:ext cx="13229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dirty="0"/>
              <a:t>팝업 미리보기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3C966B-FB9F-C416-4064-16196E7CE3CD}"/>
              </a:ext>
            </a:extLst>
          </p:cNvPr>
          <p:cNvSpPr txBox="1"/>
          <p:nvPr/>
        </p:nvSpPr>
        <p:spPr>
          <a:xfrm>
            <a:off x="3939702" y="2500414"/>
            <a:ext cx="20642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/>
              <a:t>하늘누리에서 알려드립니다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FAB37B8-9B67-ABCE-648C-972E6EE2C085}"/>
              </a:ext>
            </a:extLst>
          </p:cNvPr>
          <p:cNvSpPr/>
          <p:nvPr/>
        </p:nvSpPr>
        <p:spPr>
          <a:xfrm>
            <a:off x="3882393" y="2840477"/>
            <a:ext cx="2269062" cy="1798339"/>
          </a:xfrm>
          <a:prstGeom prst="roundRect">
            <a:avLst>
              <a:gd name="adj" fmla="val 768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A5C7D1-3D61-D8DF-891E-AE083B8DDB20}"/>
              </a:ext>
            </a:extLst>
          </p:cNvPr>
          <p:cNvSpPr txBox="1"/>
          <p:nvPr/>
        </p:nvSpPr>
        <p:spPr>
          <a:xfrm>
            <a:off x="4201717" y="3154275"/>
            <a:ext cx="17594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하늘누리에서 알려드립니다</a:t>
            </a:r>
            <a:endParaRPr lang="en-US" altLang="ko-KR" sz="900" b="1" dirty="0"/>
          </a:p>
          <a:p>
            <a:r>
              <a:rPr lang="ko-KR" altLang="en-US" sz="900" b="1" dirty="0"/>
              <a:t>하늘누리에서 알려드립니다</a:t>
            </a:r>
          </a:p>
          <a:p>
            <a:r>
              <a:rPr lang="ko-KR" altLang="en-US" sz="900" b="1" dirty="0"/>
              <a:t>하늘누리에서 알려드립니다</a:t>
            </a:r>
          </a:p>
          <a:p>
            <a:r>
              <a:rPr lang="ko-KR" altLang="en-US" sz="900" b="1" dirty="0"/>
              <a:t>하늘누리에서 알려드립니다</a:t>
            </a:r>
          </a:p>
          <a:p>
            <a:r>
              <a:rPr lang="ko-KR" altLang="en-US" sz="900" b="1" dirty="0"/>
              <a:t>하늘누리에서 알려드립니다</a:t>
            </a:r>
          </a:p>
          <a:p>
            <a:r>
              <a:rPr lang="ko-KR" altLang="en-US" sz="900" b="1" dirty="0"/>
              <a:t>하늘누리에서 알려드립니다</a:t>
            </a:r>
          </a:p>
          <a:p>
            <a:r>
              <a:rPr lang="ko-KR" altLang="en-US" sz="900" b="1" dirty="0"/>
              <a:t>하늘누리에서 알려드립니다</a:t>
            </a:r>
          </a:p>
        </p:txBody>
      </p:sp>
      <p:sp>
        <p:nvSpPr>
          <p:cNvPr id="49" name="Oval 109">
            <a:extLst>
              <a:ext uri="{FF2B5EF4-FFF2-40B4-BE49-F238E27FC236}">
                <a16:creationId xmlns:a16="http://schemas.microsoft.com/office/drawing/2014/main" id="{36663E9C-B130-EB0A-E257-730330777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936" y="1536819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51" name="Oval 109">
            <a:extLst>
              <a:ext uri="{FF2B5EF4-FFF2-40B4-BE49-F238E27FC236}">
                <a16:creationId xmlns:a16="http://schemas.microsoft.com/office/drawing/2014/main" id="{D12DFCB3-27DB-2422-9B32-F49C521B8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938" y="2549737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2" name="Oval 109">
            <a:extLst>
              <a:ext uri="{FF2B5EF4-FFF2-40B4-BE49-F238E27FC236}">
                <a16:creationId xmlns:a16="http://schemas.microsoft.com/office/drawing/2014/main" id="{D9634667-717C-D0D6-5FA7-1CAF11EF8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130" y="2861764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518049" y="2047358"/>
            <a:ext cx="930333" cy="3308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</a:rPr>
              <a:t>하늘누리 </a:t>
            </a:r>
            <a:r>
              <a:rPr lang="en-US" altLang="ko-KR" sz="1000" b="1" dirty="0">
                <a:solidFill>
                  <a:schemeClr val="tx1"/>
                </a:solidFill>
              </a:rPr>
              <a:t>CI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630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02EB-2FB5-0194-BECB-D7E60208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E622E8C-B681-89F4-9B37-A00B21F67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509975"/>
              </p:ext>
            </p:extLst>
          </p:nvPr>
        </p:nvGraphicFramePr>
        <p:xfrm>
          <a:off x="9182101" y="947377"/>
          <a:ext cx="2795588" cy="221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목록 화면으로 이동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클릭시선택된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게시물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정말로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삭제하시겠습니까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?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삭제시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복구가 안됩니다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＂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수정 화면으로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3D7659A8-8F19-ABEC-EF96-671B31AF1ADC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팝업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상세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7D5B5B-F8A5-94E4-5807-C183201F42B1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팝업관리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184604D-84C8-7156-92F6-AA2C1C91A6BF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46E5ED9-D78D-B9EF-8A34-BD40E14E48FF}"/>
              </a:ext>
            </a:extLst>
          </p:cNvPr>
          <p:cNvSpPr/>
          <p:nvPr/>
        </p:nvSpPr>
        <p:spPr bwMode="auto">
          <a:xfrm>
            <a:off x="146138" y="3943660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7AD7E2-93B0-AA2A-ADBD-28900CE6BEF4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KdbAF_Popmag_Detail_001</a:t>
            </a:r>
            <a:endParaRPr lang="ko-KR" altLang="en-US" sz="8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17F0EC1-27D5-A548-6853-C9E910047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07277"/>
              </p:ext>
            </p:extLst>
          </p:nvPr>
        </p:nvGraphicFramePr>
        <p:xfrm>
          <a:off x="1676537" y="1568630"/>
          <a:ext cx="727868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ooooooooooooooooooooooooooooo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적용일자 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2017-11-02 12:00  ~2017-11-18 12:00                           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2017-11-02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D83A1F-9CC7-DD0E-7EB6-54778EE0EB3A}"/>
              </a:ext>
            </a:extLst>
          </p:cNvPr>
          <p:cNvSpPr/>
          <p:nvPr/>
        </p:nvSpPr>
        <p:spPr bwMode="auto">
          <a:xfrm>
            <a:off x="1836804" y="2088739"/>
            <a:ext cx="3700130" cy="29771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A51F0FC-7E0F-0923-8C94-75490AD0E258}"/>
              </a:ext>
            </a:extLst>
          </p:cNvPr>
          <p:cNvCxnSpPr/>
          <p:nvPr/>
        </p:nvCxnSpPr>
        <p:spPr bwMode="auto">
          <a:xfrm>
            <a:off x="1836804" y="2099372"/>
            <a:ext cx="3700130" cy="2955851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4438D4-672D-87AD-C717-AB68ED26CC32}"/>
              </a:ext>
            </a:extLst>
          </p:cNvPr>
          <p:cNvSpPr txBox="1"/>
          <p:nvPr/>
        </p:nvSpPr>
        <p:spPr>
          <a:xfrm rot="19171905">
            <a:off x="2857529" y="3343381"/>
            <a:ext cx="1743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POP-UP</a:t>
            </a:r>
          </a:p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sz="16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모서리가 둥근 직사각형 65">
            <a:extLst>
              <a:ext uri="{FF2B5EF4-FFF2-40B4-BE49-F238E27FC236}">
                <a16:creationId xmlns:a16="http://schemas.microsoft.com/office/drawing/2014/main" id="{D0E88FDE-550F-9E35-DF3D-A734DB26AC1B}"/>
              </a:ext>
            </a:extLst>
          </p:cNvPr>
          <p:cNvSpPr/>
          <p:nvPr/>
        </p:nvSpPr>
        <p:spPr bwMode="auto">
          <a:xfrm>
            <a:off x="8366261" y="526168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15" name="모서리가 둥근 직사각형 65">
            <a:extLst>
              <a:ext uri="{FF2B5EF4-FFF2-40B4-BE49-F238E27FC236}">
                <a16:creationId xmlns:a16="http://schemas.microsoft.com/office/drawing/2014/main" id="{5D6D6EF3-524A-17A2-D190-FF79BA3BE9D8}"/>
              </a:ext>
            </a:extLst>
          </p:cNvPr>
          <p:cNvSpPr/>
          <p:nvPr/>
        </p:nvSpPr>
        <p:spPr bwMode="auto">
          <a:xfrm>
            <a:off x="7734299" y="526168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</a:p>
        </p:txBody>
      </p:sp>
      <p:sp>
        <p:nvSpPr>
          <p:cNvPr id="16" name="모서리가 둥근 직사각형 65">
            <a:extLst>
              <a:ext uri="{FF2B5EF4-FFF2-40B4-BE49-F238E27FC236}">
                <a16:creationId xmlns:a16="http://schemas.microsoft.com/office/drawing/2014/main" id="{796141D9-0149-6968-1598-D43374647C36}"/>
              </a:ext>
            </a:extLst>
          </p:cNvPr>
          <p:cNvSpPr/>
          <p:nvPr/>
        </p:nvSpPr>
        <p:spPr bwMode="auto">
          <a:xfrm>
            <a:off x="7091427" y="5261684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99" name="Oval 109">
            <a:extLst>
              <a:ext uri="{FF2B5EF4-FFF2-40B4-BE49-F238E27FC236}">
                <a16:creationId xmlns:a16="http://schemas.microsoft.com/office/drawing/2014/main" id="{542582DB-0288-45DE-E6A8-4EB4384AD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5923" y="508888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17" name="Oval 109">
            <a:extLst>
              <a:ext uri="{FF2B5EF4-FFF2-40B4-BE49-F238E27FC236}">
                <a16:creationId xmlns:a16="http://schemas.microsoft.com/office/drawing/2014/main" id="{37136B7B-D080-DD74-76A9-AD8225CD6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6092" y="508888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8" name="Oval 109">
            <a:extLst>
              <a:ext uri="{FF2B5EF4-FFF2-40B4-BE49-F238E27FC236}">
                <a16:creationId xmlns:a16="http://schemas.microsoft.com/office/drawing/2014/main" id="{5EBA36DA-5084-3B9D-1610-94125F97E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5873" y="508888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419494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B365-C729-26B5-8325-E70921B8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C9B01E1-8642-5372-589F-EBCAA60518D0}"/>
              </a:ext>
            </a:extLst>
          </p:cNvPr>
          <p:cNvGraphicFramePr>
            <a:graphicFrameLocks noGrp="1"/>
          </p:cNvGraphicFramePr>
          <p:nvPr/>
        </p:nvGraphicFramePr>
        <p:xfrm>
          <a:off x="9182101" y="947377"/>
          <a:ext cx="2795588" cy="2343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입력 필드 </a:t>
                      </a: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적용일자 입력 필드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까지 입력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캘린더 팝업</a:t>
                      </a: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노출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23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내용입력 필드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등록을 취소하고 목록으로 이동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 완료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_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정상적으로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완료시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저장하고 목록으로 이동 </a:t>
                      </a:r>
                      <a:b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 및 내용 미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공통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alert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입력내용을 확인해주세요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.”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45685" marB="456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97FCA0E-34D6-5910-329E-4C2D5E0C690F}"/>
              </a:ext>
            </a:extLst>
          </p:cNvPr>
          <p:cNvSpPr/>
          <p:nvPr/>
        </p:nvSpPr>
        <p:spPr>
          <a:xfrm>
            <a:off x="959895" y="375614"/>
            <a:ext cx="15953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팝업 관리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53084-690C-02BE-BE12-55842F632FDA}"/>
              </a:ext>
            </a:extLst>
          </p:cNvPr>
          <p:cNvSpPr txBox="1"/>
          <p:nvPr/>
        </p:nvSpPr>
        <p:spPr>
          <a:xfrm>
            <a:off x="1589745" y="1188948"/>
            <a:ext cx="8210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팝업관리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33F7777-9986-B24E-0223-E85992CB56E9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68D58B-4293-6ACD-3482-E3AE1EDBD369}"/>
              </a:ext>
            </a:extLst>
          </p:cNvPr>
          <p:cNvSpPr/>
          <p:nvPr/>
        </p:nvSpPr>
        <p:spPr bwMode="auto">
          <a:xfrm>
            <a:off x="146138" y="3943661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C47B88-84BD-F7AD-F7B5-C9A58F1F8E26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KdbAF_Popmag_Modi_001</a:t>
            </a:r>
            <a:endParaRPr lang="ko-KR" altLang="en-US" sz="8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5DE4B99-7949-105D-6EB1-B750318C9966}"/>
              </a:ext>
            </a:extLst>
          </p:cNvPr>
          <p:cNvGraphicFramePr>
            <a:graphicFrameLocks noGrp="1"/>
          </p:cNvGraphicFramePr>
          <p:nvPr/>
        </p:nvGraphicFramePr>
        <p:xfrm>
          <a:off x="1703388" y="1579353"/>
          <a:ext cx="727868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적용일시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7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52626E4C-4966-6D05-EFB0-2D93E079D3F8}"/>
              </a:ext>
            </a:extLst>
          </p:cNvPr>
          <p:cNvSpPr/>
          <p:nvPr/>
        </p:nvSpPr>
        <p:spPr bwMode="auto">
          <a:xfrm>
            <a:off x="3549199" y="1604760"/>
            <a:ext cx="3780000" cy="1619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하늘누리에서 알려드립니다</a:t>
            </a:r>
          </a:p>
        </p:txBody>
      </p:sp>
      <p:sp>
        <p:nvSpPr>
          <p:cNvPr id="19" name="Oval 109">
            <a:extLst>
              <a:ext uri="{FF2B5EF4-FFF2-40B4-BE49-F238E27FC236}">
                <a16:creationId xmlns:a16="http://schemas.microsoft.com/office/drawing/2014/main" id="{74050A0A-6F98-F14F-8894-1D80859A3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623" y="1594510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20" name="Oval 109">
            <a:extLst>
              <a:ext uri="{FF2B5EF4-FFF2-40B4-BE49-F238E27FC236}">
                <a16:creationId xmlns:a16="http://schemas.microsoft.com/office/drawing/2014/main" id="{CC664C2C-678C-6318-3030-22B583402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623" y="1831172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DFE16D-87C8-5381-BCF8-3AECECBFC797}"/>
              </a:ext>
            </a:extLst>
          </p:cNvPr>
          <p:cNvSpPr/>
          <p:nvPr/>
        </p:nvSpPr>
        <p:spPr bwMode="auto">
          <a:xfrm>
            <a:off x="3560196" y="1832575"/>
            <a:ext cx="1080000" cy="16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2025-12-12</a:t>
            </a:r>
            <a:endParaRPr kumimoji="1" lang="ko-KR" altLang="en-US" sz="9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58E9A-547F-E042-047B-3F9CDBD55542}"/>
              </a:ext>
            </a:extLst>
          </p:cNvPr>
          <p:cNvSpPr/>
          <p:nvPr/>
        </p:nvSpPr>
        <p:spPr bwMode="auto">
          <a:xfrm>
            <a:off x="5801946" y="1836113"/>
            <a:ext cx="1080000" cy="16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2025-12-14</a:t>
            </a:r>
            <a:endParaRPr kumimoji="1" lang="ko-KR" altLang="en-US" sz="900" dirty="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3" name="그룹 138">
            <a:extLst>
              <a:ext uri="{FF2B5EF4-FFF2-40B4-BE49-F238E27FC236}">
                <a16:creationId xmlns:a16="http://schemas.microsoft.com/office/drawing/2014/main" id="{B048C705-CA6F-546D-53F8-E1CD0CF0A6F5}"/>
              </a:ext>
            </a:extLst>
          </p:cNvPr>
          <p:cNvGrpSpPr>
            <a:grpSpLocks/>
          </p:cNvGrpSpPr>
          <p:nvPr/>
        </p:nvGrpSpPr>
        <p:grpSpPr bwMode="auto">
          <a:xfrm>
            <a:off x="4676310" y="1821191"/>
            <a:ext cx="165097" cy="169735"/>
            <a:chOff x="3788796" y="2582439"/>
            <a:chExt cx="154406" cy="157510"/>
          </a:xfrm>
        </p:grpSpPr>
        <p:sp>
          <p:nvSpPr>
            <p:cNvPr id="24" name="모서리가 둥근 직사각형 48">
              <a:extLst>
                <a:ext uri="{FF2B5EF4-FFF2-40B4-BE49-F238E27FC236}">
                  <a16:creationId xmlns:a16="http://schemas.microsoft.com/office/drawing/2014/main" id="{3D5B3A46-2E79-4F2E-6F2D-EBA59E277CCE}"/>
                </a:ext>
              </a:extLst>
            </p:cNvPr>
            <p:cNvSpPr/>
            <p:nvPr/>
          </p:nvSpPr>
          <p:spPr>
            <a:xfrm>
              <a:off x="3788737" y="2582934"/>
              <a:ext cx="154409" cy="157628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95000">
                  <a:srgbClr val="EAEAEA"/>
                </a:gs>
                <a:gs pos="100000">
                  <a:schemeClr val="bg1"/>
                </a:gs>
              </a:gsLst>
              <a:lin ang="5400000" scaled="0"/>
            </a:gradFill>
            <a:ln w="3175">
              <a:solidFill>
                <a:srgbClr val="009999"/>
              </a:solidFill>
            </a:ln>
            <a:effectLst>
              <a:outerShdw blurRad="25400" dist="12700" dir="2700000" sx="93000" sy="93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Calendar">
              <a:extLst>
                <a:ext uri="{FF2B5EF4-FFF2-40B4-BE49-F238E27FC236}">
                  <a16:creationId xmlns:a16="http://schemas.microsoft.com/office/drawing/2014/main" id="{850F0A49-A702-2959-EB0D-BA374285C9F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11264" y="2605677"/>
              <a:ext cx="111765" cy="111765"/>
            </a:xfrm>
            <a:custGeom>
              <a:avLst/>
              <a:gdLst>
                <a:gd name="T0" fmla="*/ 2147483646 w 667"/>
                <a:gd name="T1" fmla="*/ 2147483646 h 667"/>
                <a:gd name="T2" fmla="*/ 2147483646 w 667"/>
                <a:gd name="T3" fmla="*/ 2147483646 h 667"/>
                <a:gd name="T4" fmla="*/ 2147483646 w 667"/>
                <a:gd name="T5" fmla="*/ 2147483646 h 667"/>
                <a:gd name="T6" fmla="*/ 2147483646 w 667"/>
                <a:gd name="T7" fmla="*/ 2147483646 h 667"/>
                <a:gd name="T8" fmla="*/ 2147483646 w 667"/>
                <a:gd name="T9" fmla="*/ 2147483646 h 667"/>
                <a:gd name="T10" fmla="*/ 2147483646 w 667"/>
                <a:gd name="T11" fmla="*/ 2147483646 h 667"/>
                <a:gd name="T12" fmla="*/ 2147483646 w 667"/>
                <a:gd name="T13" fmla="*/ 0 h 667"/>
                <a:gd name="T14" fmla="*/ 2147483646 w 667"/>
                <a:gd name="T15" fmla="*/ 2147483646 h 667"/>
                <a:gd name="T16" fmla="*/ 2147483646 w 667"/>
                <a:gd name="T17" fmla="*/ 2147483646 h 667"/>
                <a:gd name="T18" fmla="*/ 2147483646 w 667"/>
                <a:gd name="T19" fmla="*/ 2147483646 h 667"/>
                <a:gd name="T20" fmla="*/ 2147483646 w 667"/>
                <a:gd name="T21" fmla="*/ 2147483646 h 667"/>
                <a:gd name="T22" fmla="*/ 2147483646 w 667"/>
                <a:gd name="T23" fmla="*/ 2147483646 h 667"/>
                <a:gd name="T24" fmla="*/ 2147483646 w 667"/>
                <a:gd name="T25" fmla="*/ 2147483646 h 667"/>
                <a:gd name="T26" fmla="*/ 2147483646 w 667"/>
                <a:gd name="T27" fmla="*/ 2147483646 h 667"/>
                <a:gd name="T28" fmla="*/ 2147483646 w 667"/>
                <a:gd name="T29" fmla="*/ 2147483646 h 667"/>
                <a:gd name="T30" fmla="*/ 2147483646 w 667"/>
                <a:gd name="T31" fmla="*/ 2147483646 h 667"/>
                <a:gd name="T32" fmla="*/ 2147483646 w 667"/>
                <a:gd name="T33" fmla="*/ 2147483646 h 667"/>
                <a:gd name="T34" fmla="*/ 2147483646 w 667"/>
                <a:gd name="T35" fmla="*/ 2147483646 h 667"/>
                <a:gd name="T36" fmla="*/ 2147483646 w 667"/>
                <a:gd name="T37" fmla="*/ 2147483646 h 667"/>
                <a:gd name="T38" fmla="*/ 2147483646 w 667"/>
                <a:gd name="T39" fmla="*/ 2147483646 h 667"/>
                <a:gd name="T40" fmla="*/ 2147483646 w 667"/>
                <a:gd name="T41" fmla="*/ 2147483646 h 667"/>
                <a:gd name="T42" fmla="*/ 2147483646 w 667"/>
                <a:gd name="T43" fmla="*/ 2147483646 h 667"/>
                <a:gd name="T44" fmla="*/ 2147483646 w 667"/>
                <a:gd name="T45" fmla="*/ 2147483646 h 667"/>
                <a:gd name="T46" fmla="*/ 2147483646 w 667"/>
                <a:gd name="T47" fmla="*/ 2147483646 h 667"/>
                <a:gd name="T48" fmla="*/ 2147483646 w 667"/>
                <a:gd name="T49" fmla="*/ 2147483646 h 667"/>
                <a:gd name="T50" fmla="*/ 2147483646 w 667"/>
                <a:gd name="T51" fmla="*/ 2147483646 h 667"/>
                <a:gd name="T52" fmla="*/ 2147483646 w 667"/>
                <a:gd name="T53" fmla="*/ 2147483646 h 667"/>
                <a:gd name="T54" fmla="*/ 2147483646 w 667"/>
                <a:gd name="T55" fmla="*/ 2147483646 h 667"/>
                <a:gd name="T56" fmla="*/ 2147483646 w 667"/>
                <a:gd name="T57" fmla="*/ 2147483646 h 667"/>
                <a:gd name="T58" fmla="*/ 2147483646 w 667"/>
                <a:gd name="T59" fmla="*/ 2147483646 h 667"/>
                <a:gd name="T60" fmla="*/ 2147483646 w 667"/>
                <a:gd name="T61" fmla="*/ 2147483646 h 667"/>
                <a:gd name="T62" fmla="*/ 2147483646 w 667"/>
                <a:gd name="T63" fmla="*/ 2147483646 h 667"/>
                <a:gd name="T64" fmla="*/ 2147483646 w 667"/>
                <a:gd name="T65" fmla="*/ 2147483646 h 667"/>
                <a:gd name="T66" fmla="*/ 2147483646 w 667"/>
                <a:gd name="T67" fmla="*/ 2147483646 h 667"/>
                <a:gd name="T68" fmla="*/ 2147483646 w 667"/>
                <a:gd name="T69" fmla="*/ 2147483646 h 667"/>
                <a:gd name="T70" fmla="*/ 2147483646 w 667"/>
                <a:gd name="T71" fmla="*/ 2147483646 h 667"/>
                <a:gd name="T72" fmla="*/ 2147483646 w 667"/>
                <a:gd name="T73" fmla="*/ 2147483646 h 667"/>
                <a:gd name="T74" fmla="*/ 2147483646 w 667"/>
                <a:gd name="T75" fmla="*/ 2147483646 h 667"/>
                <a:gd name="T76" fmla="*/ 2147483646 w 667"/>
                <a:gd name="T77" fmla="*/ 2147483646 h 667"/>
                <a:gd name="T78" fmla="*/ 2147483646 w 667"/>
                <a:gd name="T79" fmla="*/ 2147483646 h 667"/>
                <a:gd name="T80" fmla="*/ 2147483646 w 667"/>
                <a:gd name="T81" fmla="*/ 2147483646 h 667"/>
                <a:gd name="T82" fmla="*/ 2147483646 w 667"/>
                <a:gd name="T83" fmla="*/ 2147483646 h 667"/>
                <a:gd name="T84" fmla="*/ 2147483646 w 667"/>
                <a:gd name="T85" fmla="*/ 2147483646 h 667"/>
                <a:gd name="T86" fmla="*/ 2147483646 w 667"/>
                <a:gd name="T87" fmla="*/ 2147483646 h 667"/>
                <a:gd name="T88" fmla="*/ 2147483646 w 667"/>
                <a:gd name="T89" fmla="*/ 2147483646 h 66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67" h="667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그룹 138">
            <a:extLst>
              <a:ext uri="{FF2B5EF4-FFF2-40B4-BE49-F238E27FC236}">
                <a16:creationId xmlns:a16="http://schemas.microsoft.com/office/drawing/2014/main" id="{AFF270A8-A419-3C3C-E92D-F66A8D4BB19B}"/>
              </a:ext>
            </a:extLst>
          </p:cNvPr>
          <p:cNvGrpSpPr>
            <a:grpSpLocks/>
          </p:cNvGrpSpPr>
          <p:nvPr/>
        </p:nvGrpSpPr>
        <p:grpSpPr bwMode="auto">
          <a:xfrm>
            <a:off x="6914518" y="1821190"/>
            <a:ext cx="165097" cy="169735"/>
            <a:chOff x="3788796" y="2582439"/>
            <a:chExt cx="154406" cy="157510"/>
          </a:xfrm>
        </p:grpSpPr>
        <p:sp>
          <p:nvSpPr>
            <p:cNvPr id="27" name="모서리가 둥근 직사각형 51">
              <a:extLst>
                <a:ext uri="{FF2B5EF4-FFF2-40B4-BE49-F238E27FC236}">
                  <a16:creationId xmlns:a16="http://schemas.microsoft.com/office/drawing/2014/main" id="{1F11E398-CFEF-A5DE-6DC7-79C84F372875}"/>
                </a:ext>
              </a:extLst>
            </p:cNvPr>
            <p:cNvSpPr/>
            <p:nvPr/>
          </p:nvSpPr>
          <p:spPr>
            <a:xfrm>
              <a:off x="3788737" y="2582934"/>
              <a:ext cx="154409" cy="157628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95000">
                  <a:srgbClr val="EAEAEA"/>
                </a:gs>
                <a:gs pos="100000">
                  <a:schemeClr val="bg1"/>
                </a:gs>
              </a:gsLst>
              <a:lin ang="5400000" scaled="0"/>
            </a:gradFill>
            <a:ln w="3175">
              <a:solidFill>
                <a:srgbClr val="009999"/>
              </a:solidFill>
            </a:ln>
            <a:effectLst>
              <a:outerShdw blurRad="25400" dist="12700" dir="2700000" sx="93000" sy="93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Calendar">
              <a:extLst>
                <a:ext uri="{FF2B5EF4-FFF2-40B4-BE49-F238E27FC236}">
                  <a16:creationId xmlns:a16="http://schemas.microsoft.com/office/drawing/2014/main" id="{0E306728-81F3-3B68-364C-B249BCF0A4A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11264" y="2605677"/>
              <a:ext cx="111765" cy="111765"/>
            </a:xfrm>
            <a:custGeom>
              <a:avLst/>
              <a:gdLst>
                <a:gd name="T0" fmla="*/ 2147483646 w 667"/>
                <a:gd name="T1" fmla="*/ 2147483646 h 667"/>
                <a:gd name="T2" fmla="*/ 2147483646 w 667"/>
                <a:gd name="T3" fmla="*/ 2147483646 h 667"/>
                <a:gd name="T4" fmla="*/ 2147483646 w 667"/>
                <a:gd name="T5" fmla="*/ 2147483646 h 667"/>
                <a:gd name="T6" fmla="*/ 2147483646 w 667"/>
                <a:gd name="T7" fmla="*/ 2147483646 h 667"/>
                <a:gd name="T8" fmla="*/ 2147483646 w 667"/>
                <a:gd name="T9" fmla="*/ 2147483646 h 667"/>
                <a:gd name="T10" fmla="*/ 2147483646 w 667"/>
                <a:gd name="T11" fmla="*/ 2147483646 h 667"/>
                <a:gd name="T12" fmla="*/ 2147483646 w 667"/>
                <a:gd name="T13" fmla="*/ 0 h 667"/>
                <a:gd name="T14" fmla="*/ 2147483646 w 667"/>
                <a:gd name="T15" fmla="*/ 2147483646 h 667"/>
                <a:gd name="T16" fmla="*/ 2147483646 w 667"/>
                <a:gd name="T17" fmla="*/ 2147483646 h 667"/>
                <a:gd name="T18" fmla="*/ 2147483646 w 667"/>
                <a:gd name="T19" fmla="*/ 2147483646 h 667"/>
                <a:gd name="T20" fmla="*/ 2147483646 w 667"/>
                <a:gd name="T21" fmla="*/ 2147483646 h 667"/>
                <a:gd name="T22" fmla="*/ 2147483646 w 667"/>
                <a:gd name="T23" fmla="*/ 2147483646 h 667"/>
                <a:gd name="T24" fmla="*/ 2147483646 w 667"/>
                <a:gd name="T25" fmla="*/ 2147483646 h 667"/>
                <a:gd name="T26" fmla="*/ 2147483646 w 667"/>
                <a:gd name="T27" fmla="*/ 2147483646 h 667"/>
                <a:gd name="T28" fmla="*/ 2147483646 w 667"/>
                <a:gd name="T29" fmla="*/ 2147483646 h 667"/>
                <a:gd name="T30" fmla="*/ 2147483646 w 667"/>
                <a:gd name="T31" fmla="*/ 2147483646 h 667"/>
                <a:gd name="T32" fmla="*/ 2147483646 w 667"/>
                <a:gd name="T33" fmla="*/ 2147483646 h 667"/>
                <a:gd name="T34" fmla="*/ 2147483646 w 667"/>
                <a:gd name="T35" fmla="*/ 2147483646 h 667"/>
                <a:gd name="T36" fmla="*/ 2147483646 w 667"/>
                <a:gd name="T37" fmla="*/ 2147483646 h 667"/>
                <a:gd name="T38" fmla="*/ 2147483646 w 667"/>
                <a:gd name="T39" fmla="*/ 2147483646 h 667"/>
                <a:gd name="T40" fmla="*/ 2147483646 w 667"/>
                <a:gd name="T41" fmla="*/ 2147483646 h 667"/>
                <a:gd name="T42" fmla="*/ 2147483646 w 667"/>
                <a:gd name="T43" fmla="*/ 2147483646 h 667"/>
                <a:gd name="T44" fmla="*/ 2147483646 w 667"/>
                <a:gd name="T45" fmla="*/ 2147483646 h 667"/>
                <a:gd name="T46" fmla="*/ 2147483646 w 667"/>
                <a:gd name="T47" fmla="*/ 2147483646 h 667"/>
                <a:gd name="T48" fmla="*/ 2147483646 w 667"/>
                <a:gd name="T49" fmla="*/ 2147483646 h 667"/>
                <a:gd name="T50" fmla="*/ 2147483646 w 667"/>
                <a:gd name="T51" fmla="*/ 2147483646 h 667"/>
                <a:gd name="T52" fmla="*/ 2147483646 w 667"/>
                <a:gd name="T53" fmla="*/ 2147483646 h 667"/>
                <a:gd name="T54" fmla="*/ 2147483646 w 667"/>
                <a:gd name="T55" fmla="*/ 2147483646 h 667"/>
                <a:gd name="T56" fmla="*/ 2147483646 w 667"/>
                <a:gd name="T57" fmla="*/ 2147483646 h 667"/>
                <a:gd name="T58" fmla="*/ 2147483646 w 667"/>
                <a:gd name="T59" fmla="*/ 2147483646 h 667"/>
                <a:gd name="T60" fmla="*/ 2147483646 w 667"/>
                <a:gd name="T61" fmla="*/ 2147483646 h 667"/>
                <a:gd name="T62" fmla="*/ 2147483646 w 667"/>
                <a:gd name="T63" fmla="*/ 2147483646 h 667"/>
                <a:gd name="T64" fmla="*/ 2147483646 w 667"/>
                <a:gd name="T65" fmla="*/ 2147483646 h 667"/>
                <a:gd name="T66" fmla="*/ 2147483646 w 667"/>
                <a:gd name="T67" fmla="*/ 2147483646 h 667"/>
                <a:gd name="T68" fmla="*/ 2147483646 w 667"/>
                <a:gd name="T69" fmla="*/ 2147483646 h 667"/>
                <a:gd name="T70" fmla="*/ 2147483646 w 667"/>
                <a:gd name="T71" fmla="*/ 2147483646 h 667"/>
                <a:gd name="T72" fmla="*/ 2147483646 w 667"/>
                <a:gd name="T73" fmla="*/ 2147483646 h 667"/>
                <a:gd name="T74" fmla="*/ 2147483646 w 667"/>
                <a:gd name="T75" fmla="*/ 2147483646 h 667"/>
                <a:gd name="T76" fmla="*/ 2147483646 w 667"/>
                <a:gd name="T77" fmla="*/ 2147483646 h 667"/>
                <a:gd name="T78" fmla="*/ 2147483646 w 667"/>
                <a:gd name="T79" fmla="*/ 2147483646 h 667"/>
                <a:gd name="T80" fmla="*/ 2147483646 w 667"/>
                <a:gd name="T81" fmla="*/ 2147483646 h 667"/>
                <a:gd name="T82" fmla="*/ 2147483646 w 667"/>
                <a:gd name="T83" fmla="*/ 2147483646 h 667"/>
                <a:gd name="T84" fmla="*/ 2147483646 w 667"/>
                <a:gd name="T85" fmla="*/ 2147483646 h 667"/>
                <a:gd name="T86" fmla="*/ 2147483646 w 667"/>
                <a:gd name="T87" fmla="*/ 2147483646 h 667"/>
                <a:gd name="T88" fmla="*/ 2147483646 w 667"/>
                <a:gd name="T89" fmla="*/ 2147483646 h 66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67" h="667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F163AE1-B9D1-C62F-0ABC-EAFEAE51D095}"/>
              </a:ext>
            </a:extLst>
          </p:cNvPr>
          <p:cNvSpPr txBox="1"/>
          <p:nvPr/>
        </p:nvSpPr>
        <p:spPr>
          <a:xfrm>
            <a:off x="5548396" y="1801749"/>
            <a:ext cx="24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Oval 109">
            <a:extLst>
              <a:ext uri="{FF2B5EF4-FFF2-40B4-BE49-F238E27FC236}">
                <a16:creationId xmlns:a16="http://schemas.microsoft.com/office/drawing/2014/main" id="{540F9848-0F4C-4CAC-6A5E-355048196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069" y="1711278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DFC64EB-346A-A4BB-6FAA-0B1DD21933A9}"/>
              </a:ext>
            </a:extLst>
          </p:cNvPr>
          <p:cNvGrpSpPr/>
          <p:nvPr/>
        </p:nvGrpSpPr>
        <p:grpSpPr>
          <a:xfrm>
            <a:off x="4963909" y="1839521"/>
            <a:ext cx="612000" cy="148047"/>
            <a:chOff x="4205535" y="1898468"/>
            <a:chExt cx="612000" cy="148047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84634FB-D9A8-916F-06D7-808A12029888}"/>
                </a:ext>
              </a:extLst>
            </p:cNvPr>
            <p:cNvSpPr/>
            <p:nvPr/>
          </p:nvSpPr>
          <p:spPr bwMode="auto">
            <a:xfrm>
              <a:off x="4205535" y="1898937"/>
              <a:ext cx="612000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   00</a:t>
              </a: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시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A5B1BAC-DD3F-1F58-9260-8FD821FC97A2}"/>
                </a:ext>
              </a:extLst>
            </p:cNvPr>
            <p:cNvSpPr/>
            <p:nvPr/>
          </p:nvSpPr>
          <p:spPr bwMode="auto">
            <a:xfrm>
              <a:off x="4649298" y="1898468"/>
              <a:ext cx="166541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E5FBCA0-5F67-3121-A342-D0FF4A8CAFB9}"/>
              </a:ext>
            </a:extLst>
          </p:cNvPr>
          <p:cNvGrpSpPr/>
          <p:nvPr/>
        </p:nvGrpSpPr>
        <p:grpSpPr>
          <a:xfrm>
            <a:off x="7210720" y="1839521"/>
            <a:ext cx="612000" cy="148047"/>
            <a:chOff x="6452346" y="1898468"/>
            <a:chExt cx="612000" cy="14804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4A870F9-2983-1958-4CF7-87E399304973}"/>
                </a:ext>
              </a:extLst>
            </p:cNvPr>
            <p:cNvSpPr/>
            <p:nvPr/>
          </p:nvSpPr>
          <p:spPr bwMode="auto">
            <a:xfrm>
              <a:off x="6452346" y="1898937"/>
              <a:ext cx="612000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   00</a:t>
              </a:r>
              <a:r>
                <a:rPr kumimoji="1" lang="ko-KR" altLang="en-US" sz="800" dirty="0">
                  <a:ln w="0" cmpd="sng">
                    <a:solidFill>
                      <a:schemeClr val="tx2">
                        <a:satMod val="155000"/>
                        <a:alpha val="0"/>
                      </a:schemeClr>
                    </a:solidFill>
                    <a:prstDash val="solid"/>
                    <a:round/>
                  </a:ln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rPr>
                <a:t>시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4E370A0-C6F5-2D4C-08E2-9E9722E8158D}"/>
                </a:ext>
              </a:extLst>
            </p:cNvPr>
            <p:cNvSpPr/>
            <p:nvPr/>
          </p:nvSpPr>
          <p:spPr bwMode="auto">
            <a:xfrm>
              <a:off x="6896109" y="1898468"/>
              <a:ext cx="166541" cy="14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46" name="Oval 109">
            <a:extLst>
              <a:ext uri="{FF2B5EF4-FFF2-40B4-BE49-F238E27FC236}">
                <a16:creationId xmlns:a16="http://schemas.microsoft.com/office/drawing/2014/main" id="{07102DAD-1B3E-7B41-B6E2-F39CE4BD1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402" y="1726113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pic>
        <p:nvPicPr>
          <p:cNvPr id="50" name="그림 49" descr="텍스트이(가) 표시된 사진&#10;&#10;자동 생성된 설명">
            <a:extLst>
              <a:ext uri="{FF2B5EF4-FFF2-40B4-BE49-F238E27FC236}">
                <a16:creationId xmlns:a16="http://schemas.microsoft.com/office/drawing/2014/main" id="{B0FDA9CE-0C7F-6B85-2002-EFD34CA48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121" y="2140170"/>
            <a:ext cx="5460496" cy="1900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544AC4-4C6B-B116-D8BD-04CADF9D5C49}"/>
              </a:ext>
            </a:extLst>
          </p:cNvPr>
          <p:cNvSpPr txBox="1"/>
          <p:nvPr/>
        </p:nvSpPr>
        <p:spPr>
          <a:xfrm>
            <a:off x="3530149" y="2412274"/>
            <a:ext cx="305768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하늘누리에서 알려드립니다</a:t>
            </a:r>
            <a:r>
              <a:rPr lang="en-US" altLang="ko-KR" sz="900" dirty="0"/>
              <a:t>.</a:t>
            </a:r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 하늘누리에서 알려드립니다</a:t>
            </a:r>
            <a:r>
              <a:rPr lang="en-US" altLang="ko-KR" sz="900" dirty="0"/>
              <a:t>.</a:t>
            </a:r>
            <a:endParaRPr lang="ko-KR" altLang="en-US" sz="900" dirty="0"/>
          </a:p>
          <a:p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하늘누리에서 알려드립니다</a:t>
            </a:r>
            <a:r>
              <a:rPr lang="en-US" altLang="ko-KR" sz="900" dirty="0"/>
              <a:t>.</a:t>
            </a:r>
            <a:endParaRPr lang="ko-KR" altLang="en-US" sz="900" dirty="0"/>
          </a:p>
          <a:p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하늘누리에서 알려드립니다</a:t>
            </a:r>
            <a:r>
              <a:rPr lang="en-US" altLang="ko-KR" sz="900" dirty="0"/>
              <a:t>.</a:t>
            </a:r>
            <a:endParaRPr lang="ko-KR" altLang="en-US" sz="900" dirty="0"/>
          </a:p>
          <a:p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하늘누리에서 알려드립니다</a:t>
            </a:r>
            <a:r>
              <a:rPr lang="en-US" altLang="ko-KR" sz="900" dirty="0"/>
              <a:t>.</a:t>
            </a:r>
            <a:endParaRPr lang="ko-KR" altLang="en-US" sz="900" dirty="0"/>
          </a:p>
          <a:p>
            <a:r>
              <a:rPr kumimoji="1" lang="ko-KR" altLang="en-US" sz="9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rPr>
              <a:t>하늘누리에서 알려드립니다</a:t>
            </a:r>
            <a:r>
              <a:rPr lang="en-US" altLang="ko-KR" sz="900" dirty="0"/>
              <a:t>.</a:t>
            </a:r>
            <a:endParaRPr lang="ko-KR" altLang="en-US" sz="900" dirty="0"/>
          </a:p>
          <a:p>
            <a:endParaRPr lang="ko-KR" altLang="en-US" sz="900" dirty="0"/>
          </a:p>
        </p:txBody>
      </p:sp>
      <p:sp>
        <p:nvSpPr>
          <p:cNvPr id="7" name="모서리가 둥근 직사각형 86">
            <a:extLst>
              <a:ext uri="{FF2B5EF4-FFF2-40B4-BE49-F238E27FC236}">
                <a16:creationId xmlns:a16="http://schemas.microsoft.com/office/drawing/2014/main" id="{7D03521E-00BE-9245-2A66-1AD7A1AC2672}"/>
              </a:ext>
            </a:extLst>
          </p:cNvPr>
          <p:cNvSpPr/>
          <p:nvPr/>
        </p:nvSpPr>
        <p:spPr bwMode="auto">
          <a:xfrm>
            <a:off x="8393111" y="430020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등록</a:t>
            </a:r>
          </a:p>
        </p:txBody>
      </p:sp>
      <p:sp>
        <p:nvSpPr>
          <p:cNvPr id="8" name="모서리가 둥근 직사각형 87">
            <a:extLst>
              <a:ext uri="{FF2B5EF4-FFF2-40B4-BE49-F238E27FC236}">
                <a16:creationId xmlns:a16="http://schemas.microsoft.com/office/drawing/2014/main" id="{62740F48-D9AF-8A81-BE0A-B7FE34AF17D3}"/>
              </a:ext>
            </a:extLst>
          </p:cNvPr>
          <p:cNvSpPr/>
          <p:nvPr/>
        </p:nvSpPr>
        <p:spPr bwMode="auto">
          <a:xfrm>
            <a:off x="6954836" y="4300209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</a:t>
            </a:r>
          </a:p>
        </p:txBody>
      </p:sp>
      <p:sp>
        <p:nvSpPr>
          <p:cNvPr id="11" name="Oval 109">
            <a:extLst>
              <a:ext uri="{FF2B5EF4-FFF2-40B4-BE49-F238E27FC236}">
                <a16:creationId xmlns:a16="http://schemas.microsoft.com/office/drawing/2014/main" id="{ABF9DA9C-D9DF-7289-037E-AC2FA3A7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490" y="4328415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12" name="Oval 109">
            <a:extLst>
              <a:ext uri="{FF2B5EF4-FFF2-40B4-BE49-F238E27FC236}">
                <a16:creationId xmlns:a16="http://schemas.microsoft.com/office/drawing/2014/main" id="{5BFC724A-C6AF-8791-ED2F-83C2180B0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586" y="4328415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13" name="모서리가 둥근 직사각형 87">
            <a:extLst>
              <a:ext uri="{FF2B5EF4-FFF2-40B4-BE49-F238E27FC236}">
                <a16:creationId xmlns:a16="http://schemas.microsoft.com/office/drawing/2014/main" id="{AE11AA3B-6565-B096-3C79-0676BC9E2EB4}"/>
              </a:ext>
            </a:extLst>
          </p:cNvPr>
          <p:cNvSpPr/>
          <p:nvPr/>
        </p:nvSpPr>
        <p:spPr bwMode="auto">
          <a:xfrm>
            <a:off x="7673685" y="4305861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미리보기</a:t>
            </a:r>
          </a:p>
        </p:txBody>
      </p:sp>
      <p:sp>
        <p:nvSpPr>
          <p:cNvPr id="14" name="Oval 109">
            <a:extLst>
              <a:ext uri="{FF2B5EF4-FFF2-40B4-BE49-F238E27FC236}">
                <a16:creationId xmlns:a16="http://schemas.microsoft.com/office/drawing/2014/main" id="{5F8859A8-7B3C-5E36-6776-DF56A887C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7470" y="4315801"/>
            <a:ext cx="158526" cy="144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09789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4658-1E24-104A-8C9F-D3FDA7582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DFB78D-EA50-6BC6-DBA7-CDA92B6169B7}"/>
              </a:ext>
            </a:extLst>
          </p:cNvPr>
          <p:cNvSpPr txBox="1"/>
          <p:nvPr/>
        </p:nvSpPr>
        <p:spPr>
          <a:xfrm>
            <a:off x="1047750" y="2476500"/>
            <a:ext cx="3129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07. 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브로슈어 신청 관리</a:t>
            </a:r>
          </a:p>
        </p:txBody>
      </p:sp>
    </p:spTree>
    <p:extLst>
      <p:ext uri="{BB962C8B-B14F-4D97-AF65-F5344CB8AC3E}">
        <p14:creationId xmlns:p14="http://schemas.microsoft.com/office/powerpoint/2010/main" val="29047414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44CB-98AF-D237-C763-A9110492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8482392" y="2165009"/>
            <a:ext cx="455708" cy="1349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발송</a:t>
            </a:r>
          </a:p>
        </p:txBody>
      </p:sp>
      <p:sp>
        <p:nvSpPr>
          <p:cNvPr id="41" name="모서리가 둥근 직사각형 65">
            <a:extLst>
              <a:ext uri="{FF2B5EF4-FFF2-40B4-BE49-F238E27FC236}">
                <a16:creationId xmlns:a16="http://schemas.microsoft.com/office/drawing/2014/main" id="{1BB3024A-5535-EE4A-18CD-56E5851C1CE1}"/>
              </a:ext>
            </a:extLst>
          </p:cNvPr>
          <p:cNvSpPr/>
          <p:nvPr/>
        </p:nvSpPr>
        <p:spPr bwMode="auto">
          <a:xfrm>
            <a:off x="8409677" y="1583170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53B4062-2C52-4150-B892-42102D6B9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876402"/>
              </p:ext>
            </p:extLst>
          </p:nvPr>
        </p:nvGraphicFramePr>
        <p:xfrm>
          <a:off x="1725200" y="1930051"/>
          <a:ext cx="7336705" cy="226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99">
                  <a:extLst>
                    <a:ext uri="{9D8B030D-6E8A-4147-A177-3AD203B41FA5}">
                      <a16:colId xmlns:a16="http://schemas.microsoft.com/office/drawing/2014/main" val="3745620100"/>
                    </a:ext>
                  </a:extLst>
                </a:gridCol>
                <a:gridCol w="468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778820344"/>
                    </a:ext>
                  </a:extLst>
                </a:gridCol>
                <a:gridCol w="810491">
                  <a:extLst>
                    <a:ext uri="{9D8B030D-6E8A-4147-A177-3AD203B41FA5}">
                      <a16:colId xmlns:a16="http://schemas.microsoft.com/office/drawing/2014/main" val="2945136109"/>
                    </a:ext>
                  </a:extLst>
                </a:gridCol>
                <a:gridCol w="1454727">
                  <a:extLst>
                    <a:ext uri="{9D8B030D-6E8A-4147-A177-3AD203B41FA5}">
                      <a16:colId xmlns:a16="http://schemas.microsoft.com/office/drawing/2014/main" val="2023218624"/>
                    </a:ext>
                  </a:extLst>
                </a:gridCol>
                <a:gridCol w="1048450">
                  <a:extLst>
                    <a:ext uri="{9D8B030D-6E8A-4147-A177-3AD203B41FA5}">
                      <a16:colId xmlns:a16="http://schemas.microsoft.com/office/drawing/2014/main" val="1966851842"/>
                    </a:ext>
                  </a:extLst>
                </a:gridCol>
                <a:gridCol w="1174173">
                  <a:extLst>
                    <a:ext uri="{9D8B030D-6E8A-4147-A177-3AD203B41FA5}">
                      <a16:colId xmlns:a16="http://schemas.microsoft.com/office/drawing/2014/main" val="887532791"/>
                    </a:ext>
                  </a:extLst>
                </a:gridCol>
                <a:gridCol w="883227">
                  <a:extLst>
                    <a:ext uri="{9D8B030D-6E8A-4147-A177-3AD203B41FA5}">
                      <a16:colId xmlns:a16="http://schemas.microsoft.com/office/drawing/2014/main" val="3205223469"/>
                    </a:ext>
                  </a:extLst>
                </a:gridCol>
                <a:gridCol w="707614">
                  <a:extLst>
                    <a:ext uri="{9D8B030D-6E8A-4147-A177-3AD203B41FA5}">
                      <a16:colId xmlns:a16="http://schemas.microsoft.com/office/drawing/2014/main" val="2339950138"/>
                    </a:ext>
                  </a:extLst>
                </a:gridCol>
              </a:tblGrid>
              <a:tr h="20835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신청자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신청자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신청일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E-Mail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상태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</a:t>
                      </a:r>
                    </a:p>
                  </a:txBody>
                  <a:tcPr marL="0" marR="0" marT="41672" marB="4167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itchFamily="50" charset="-127"/>
                          <a:ea typeface="나눔고딕" pitchFamily="50" charset="-127"/>
                        </a:rPr>
                        <a:t>gildong</a:t>
                      </a:r>
                      <a:endParaRPr lang="ko-KR" altLang="en-US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미발송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미발송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미발송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미발송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미발송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발송완료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발송완료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발송완료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발송완료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4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gildong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3600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2026-03-22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gildong@abc.co.kr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발송완료</a:t>
                      </a: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8510BFB-8E5F-2242-B506-3773F8D9F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436025"/>
              </p:ext>
            </p:extLst>
          </p:nvPr>
        </p:nvGraphicFramePr>
        <p:xfrm>
          <a:off x="9182101" y="947377"/>
          <a:ext cx="2795588" cy="2212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목록 필터링 버튼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발송완료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미발송으로 필터일할 수 있도록 구성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8404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아이디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신청자 이름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72383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키워드 입력 후 검색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검색결과화면 노출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72599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전체항목이 선택 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90794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체크박스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해당함목만 선택 됨</a:t>
                      </a: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22450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발송버튼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브로슈어가 신청자의 이메일로 브로슈어가 발송됨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84800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체크박스 선택 후 발송하기 버튼 선택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선택된 신청자에게 브로슈어가 이메일로 발송됨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38475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9933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9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5541" marR="35541" marT="41672" marB="4167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3344" marR="83344" marT="41640" marB="416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5036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2E60657-2954-3020-FE7A-549C4E038EA6}"/>
              </a:ext>
            </a:extLst>
          </p:cNvPr>
          <p:cNvSpPr/>
          <p:nvPr/>
        </p:nvSpPr>
        <p:spPr>
          <a:xfrm>
            <a:off x="959895" y="375614"/>
            <a:ext cx="178766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관리자사이트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 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브로슈어 신청 </a:t>
            </a:r>
            <a:r>
              <a:rPr kumimoji="1" lang="en-US" altLang="ko-KR" sz="800" dirty="0">
                <a:latin typeface="나눔고딕" pitchFamily="50" charset="-127"/>
                <a:ea typeface="나눔고딕" pitchFamily="50" charset="-127"/>
              </a:rPr>
              <a:t>&gt; </a:t>
            </a:r>
            <a:r>
              <a:rPr kumimoji="1" lang="ko-KR" altLang="en-US" sz="800" dirty="0">
                <a:latin typeface="나눔고딕" pitchFamily="50" charset="-127"/>
                <a:ea typeface="나눔고딕" pitchFamily="50" charset="-127"/>
              </a:rPr>
              <a:t>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20C15-8D31-E6EE-EF28-A25D5B2EAC3A}"/>
              </a:ext>
            </a:extLst>
          </p:cNvPr>
          <p:cNvSpPr txBox="1"/>
          <p:nvPr/>
        </p:nvSpPr>
        <p:spPr>
          <a:xfrm>
            <a:off x="1589745" y="1188948"/>
            <a:ext cx="1337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▣ 브로슈어 </a:t>
            </a:r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신청관리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2FB5CA2-67D8-BDC6-F8AD-A90C9D9925D4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1435169"/>
            <a:ext cx="7278687" cy="2936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F873619-0A42-F124-0E2D-36BD0389FA93}"/>
              </a:ext>
            </a:extLst>
          </p:cNvPr>
          <p:cNvSpPr/>
          <p:nvPr/>
        </p:nvSpPr>
        <p:spPr bwMode="auto">
          <a:xfrm>
            <a:off x="146138" y="4430886"/>
            <a:ext cx="1443607" cy="225794"/>
          </a:xfrm>
          <a:prstGeom prst="rect">
            <a:avLst/>
          </a:prstGeom>
          <a:solidFill>
            <a:srgbClr val="FF0000">
              <a:alpha val="10000"/>
            </a:srgbClr>
          </a:solidFill>
          <a:ln w="15875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ko-KR" altLang="en-US" sz="912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FB9288-8A1B-6E59-EA22-54DDD2066EA8}"/>
              </a:ext>
            </a:extLst>
          </p:cNvPr>
          <p:cNvSpPr txBox="1"/>
          <p:nvPr/>
        </p:nvSpPr>
        <p:spPr>
          <a:xfrm>
            <a:off x="6003996" y="123825"/>
            <a:ext cx="1730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HNA_Popup_List_001</a:t>
            </a:r>
            <a:endParaRPr lang="ko-KR" altLang="en-US" sz="800" dirty="0"/>
          </a:p>
        </p:txBody>
      </p:sp>
      <p:sp>
        <p:nvSpPr>
          <p:cNvPr id="57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8453187" y="4287690"/>
            <a:ext cx="588963" cy="200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발송하기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BA79353-E9C1-67B1-F7DA-70DB4FB748F4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3388" y="4619514"/>
            <a:ext cx="7278686" cy="1829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F8299B8-AA81-0563-3C61-947E2E6152B6}"/>
              </a:ext>
            </a:extLst>
          </p:cNvPr>
          <p:cNvGrpSpPr/>
          <p:nvPr/>
        </p:nvGrpSpPr>
        <p:grpSpPr>
          <a:xfrm>
            <a:off x="6037378" y="4746398"/>
            <a:ext cx="208823" cy="145855"/>
            <a:chOff x="4789523" y="4931028"/>
            <a:chExt cx="208823" cy="145855"/>
          </a:xfrm>
        </p:grpSpPr>
        <p:sp>
          <p:nvSpPr>
            <p:cNvPr id="60" name="모서리가 둥근 직사각형 71">
              <a:extLst>
                <a:ext uri="{FF2B5EF4-FFF2-40B4-BE49-F238E27FC236}">
                  <a16:creationId xmlns:a16="http://schemas.microsoft.com/office/drawing/2014/main" id="{AF27DF00-37F8-25A5-67E1-74726C088CBB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0AECCBE-590D-A457-6123-4C94A35F0424}"/>
                </a:ext>
              </a:extLst>
            </p:cNvPr>
            <p:cNvSpPr txBox="1"/>
            <p:nvPr/>
          </p:nvSpPr>
          <p:spPr>
            <a:xfrm>
              <a:off x="4822128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2A1E266-FBC6-C44E-86DE-128529097F1B}"/>
              </a:ext>
            </a:extLst>
          </p:cNvPr>
          <p:cNvGrpSpPr/>
          <p:nvPr/>
        </p:nvGrpSpPr>
        <p:grpSpPr>
          <a:xfrm>
            <a:off x="4325088" y="4746398"/>
            <a:ext cx="208823" cy="145855"/>
            <a:chOff x="4789523" y="4931028"/>
            <a:chExt cx="208823" cy="145855"/>
          </a:xfrm>
        </p:grpSpPr>
        <p:sp>
          <p:nvSpPr>
            <p:cNvPr id="63" name="모서리가 둥근 직사각형 74">
              <a:extLst>
                <a:ext uri="{FF2B5EF4-FFF2-40B4-BE49-F238E27FC236}">
                  <a16:creationId xmlns:a16="http://schemas.microsoft.com/office/drawing/2014/main" id="{0B8D89B3-9B8E-57BE-1C9A-1F8CF8841AA7}"/>
                </a:ext>
              </a:extLst>
            </p:cNvPr>
            <p:cNvSpPr/>
            <p:nvPr/>
          </p:nvSpPr>
          <p:spPr bwMode="auto">
            <a:xfrm>
              <a:off x="4789523" y="4931028"/>
              <a:ext cx="208823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A7D182-B3BB-813C-AED9-5EF689AEEE5D}"/>
                </a:ext>
              </a:extLst>
            </p:cNvPr>
            <p:cNvSpPr txBox="1"/>
            <p:nvPr/>
          </p:nvSpPr>
          <p:spPr>
            <a:xfrm>
              <a:off x="4811154" y="4942247"/>
              <a:ext cx="15547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D215C29-21A0-75FD-12F1-CF7854F1E651}"/>
              </a:ext>
            </a:extLst>
          </p:cNvPr>
          <p:cNvSpPr/>
          <p:nvPr/>
        </p:nvSpPr>
        <p:spPr bwMode="auto">
          <a:xfrm>
            <a:off x="4641930" y="472074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endParaRPr kumimoji="1" lang="ko-KR" altLang="en-US" sz="800" b="1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C718BC1-07D2-4772-AD9C-88C1AEDE0C24}"/>
              </a:ext>
            </a:extLst>
          </p:cNvPr>
          <p:cNvSpPr/>
          <p:nvPr/>
        </p:nvSpPr>
        <p:spPr bwMode="auto">
          <a:xfrm>
            <a:off x="4923711" y="472074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5C50BCC-7C6C-F21F-5E76-D718438CDA93}"/>
              </a:ext>
            </a:extLst>
          </p:cNvPr>
          <p:cNvSpPr/>
          <p:nvPr/>
        </p:nvSpPr>
        <p:spPr bwMode="auto">
          <a:xfrm>
            <a:off x="5205492" y="472074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6C43031-E3B1-2F99-A688-937C0DB25ED6}"/>
              </a:ext>
            </a:extLst>
          </p:cNvPr>
          <p:cNvSpPr/>
          <p:nvPr/>
        </p:nvSpPr>
        <p:spPr bwMode="auto">
          <a:xfrm>
            <a:off x="5487273" y="472074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9A8485C-8485-0F77-A39B-E0E46AF0321D}"/>
              </a:ext>
            </a:extLst>
          </p:cNvPr>
          <p:cNvSpPr/>
          <p:nvPr/>
        </p:nvSpPr>
        <p:spPr bwMode="auto">
          <a:xfrm>
            <a:off x="5769054" y="4720746"/>
            <a:ext cx="190499" cy="1904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endParaRPr kumimoji="1" lang="ko-KR" altLang="en-US" sz="8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BD0E6854-64AC-8AEB-7851-2A38554B557F}"/>
              </a:ext>
            </a:extLst>
          </p:cNvPr>
          <p:cNvGrpSpPr/>
          <p:nvPr/>
        </p:nvGrpSpPr>
        <p:grpSpPr>
          <a:xfrm>
            <a:off x="6355786" y="4746398"/>
            <a:ext cx="291241" cy="145855"/>
            <a:chOff x="4789523" y="4931028"/>
            <a:chExt cx="291241" cy="145855"/>
          </a:xfrm>
        </p:grpSpPr>
        <p:sp>
          <p:nvSpPr>
            <p:cNvPr id="71" name="모서리가 둥근 직사각형 90">
              <a:extLst>
                <a:ext uri="{FF2B5EF4-FFF2-40B4-BE49-F238E27FC236}">
                  <a16:creationId xmlns:a16="http://schemas.microsoft.com/office/drawing/2014/main" id="{62CB7AAD-5934-C384-0275-566579E8AEEE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D36C49F-602C-FB40-B2CF-AFB52723E5C7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▶▶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C9158C2-0815-480B-6C36-2EF961ED653F}"/>
              </a:ext>
            </a:extLst>
          </p:cNvPr>
          <p:cNvGrpSpPr/>
          <p:nvPr/>
        </p:nvGrpSpPr>
        <p:grpSpPr>
          <a:xfrm>
            <a:off x="3935959" y="4746398"/>
            <a:ext cx="291241" cy="145855"/>
            <a:chOff x="4789523" y="4931028"/>
            <a:chExt cx="291241" cy="145855"/>
          </a:xfrm>
        </p:grpSpPr>
        <p:sp>
          <p:nvSpPr>
            <p:cNvPr id="74" name="모서리가 둥근 직사각형 93">
              <a:extLst>
                <a:ext uri="{FF2B5EF4-FFF2-40B4-BE49-F238E27FC236}">
                  <a16:creationId xmlns:a16="http://schemas.microsoft.com/office/drawing/2014/main" id="{0E5660BF-AC0F-55BC-1903-548E51DB1B77}"/>
                </a:ext>
              </a:extLst>
            </p:cNvPr>
            <p:cNvSpPr/>
            <p:nvPr/>
          </p:nvSpPr>
          <p:spPr bwMode="auto">
            <a:xfrm>
              <a:off x="4789523" y="4931028"/>
              <a:ext cx="291241" cy="14585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7074436-6D52-92AB-A8E0-6E399C14459A}"/>
                </a:ext>
              </a:extLst>
            </p:cNvPr>
            <p:cNvSpPr txBox="1"/>
            <p:nvPr/>
          </p:nvSpPr>
          <p:spPr>
            <a:xfrm>
              <a:off x="4811454" y="4949363"/>
              <a:ext cx="2586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◀◀</a:t>
              </a:r>
              <a:endPara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78" name="Oval 109">
            <a:extLst>
              <a:ext uri="{FF2B5EF4-FFF2-40B4-BE49-F238E27FC236}">
                <a16:creationId xmlns:a16="http://schemas.microsoft.com/office/drawing/2014/main" id="{90AB541C-8E16-2F0C-BA07-D7E19E30C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0387" y="4165094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7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456D68F-811E-09C5-1E19-2193268DC2B8}"/>
              </a:ext>
            </a:extLst>
          </p:cNvPr>
          <p:cNvSpPr/>
          <p:nvPr/>
        </p:nvSpPr>
        <p:spPr bwMode="auto">
          <a:xfrm>
            <a:off x="6689565" y="1583170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4" name="모서리가 둥근 직사각형 65">
            <a:extLst>
              <a:ext uri="{FF2B5EF4-FFF2-40B4-BE49-F238E27FC236}">
                <a16:creationId xmlns:a16="http://schemas.microsoft.com/office/drawing/2014/main" id="{5D14ACA6-7E8B-C47C-79B5-E88BE465318B}"/>
              </a:ext>
            </a:extLst>
          </p:cNvPr>
          <p:cNvSpPr/>
          <p:nvPr/>
        </p:nvSpPr>
        <p:spPr bwMode="auto">
          <a:xfrm>
            <a:off x="8409677" y="1583170"/>
            <a:ext cx="588963" cy="187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7B5D44AC-E2FC-D6A4-B884-7F4F002A495C}"/>
              </a:ext>
            </a:extLst>
          </p:cNvPr>
          <p:cNvGrpSpPr/>
          <p:nvPr/>
        </p:nvGrpSpPr>
        <p:grpSpPr>
          <a:xfrm>
            <a:off x="5553095" y="1592406"/>
            <a:ext cx="1093669" cy="186673"/>
            <a:chOff x="3798377" y="1887597"/>
            <a:chExt cx="1426495" cy="1790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E60D1A4A-967B-1BA3-6523-79CB0CACCDFA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전체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3E3E1627-6DAF-0294-7BCF-C3DFA1246191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9" name="Oval 109">
            <a:extLst>
              <a:ext uri="{FF2B5EF4-FFF2-40B4-BE49-F238E27FC236}">
                <a16:creationId xmlns:a16="http://schemas.microsoft.com/office/drawing/2014/main" id="{A22FBC4F-9605-140D-247D-00881C13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330" y="2096626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6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0CD8042-6E0A-8D70-7352-42AEAFB99B07}"/>
              </a:ext>
            </a:extLst>
          </p:cNvPr>
          <p:cNvSpPr/>
          <p:nvPr/>
        </p:nvSpPr>
        <p:spPr bwMode="auto">
          <a:xfrm>
            <a:off x="6689565" y="1583170"/>
            <a:ext cx="1663097" cy="195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72D606-58ED-809A-E4DF-0A09C8561677}"/>
              </a:ext>
            </a:extLst>
          </p:cNvPr>
          <p:cNvGrpSpPr/>
          <p:nvPr/>
        </p:nvGrpSpPr>
        <p:grpSpPr>
          <a:xfrm>
            <a:off x="5553095" y="1592406"/>
            <a:ext cx="1093669" cy="186673"/>
            <a:chOff x="3798377" y="1887597"/>
            <a:chExt cx="1426495" cy="17903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43BF545-FCFB-B5D9-7596-49287B73A3A6}"/>
                </a:ext>
              </a:extLst>
            </p:cNvPr>
            <p:cNvSpPr/>
            <p:nvPr/>
          </p:nvSpPr>
          <p:spPr bwMode="auto">
            <a:xfrm>
              <a:off x="3798377" y="1887597"/>
              <a:ext cx="1230790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선택하세요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D7389B3-C905-1D16-BB2B-4208C4E14DC3}"/>
                </a:ext>
              </a:extLst>
            </p:cNvPr>
            <p:cNvSpPr/>
            <p:nvPr/>
          </p:nvSpPr>
          <p:spPr bwMode="auto">
            <a:xfrm>
              <a:off x="5015706" y="1887597"/>
              <a:ext cx="209166" cy="1790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</p:grpSp>
      <p:sp>
        <p:nvSpPr>
          <p:cNvPr id="45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233" y="1440107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</a:t>
            </a:r>
          </a:p>
        </p:txBody>
      </p:sp>
      <p:sp>
        <p:nvSpPr>
          <p:cNvPr id="46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644" y="14737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7" name="Oval 109">
            <a:extLst>
              <a:ext uri="{FF2B5EF4-FFF2-40B4-BE49-F238E27FC236}">
                <a16:creationId xmlns:a16="http://schemas.microsoft.com/office/drawing/2014/main" id="{6A6EE1FD-3484-4F7F-8719-A59B35B4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986" y="180068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4</a:t>
            </a:r>
          </a:p>
        </p:txBody>
      </p:sp>
      <p:sp>
        <p:nvSpPr>
          <p:cNvPr id="48" name="Oval 109">
            <a:extLst>
              <a:ext uri="{FF2B5EF4-FFF2-40B4-BE49-F238E27FC236}">
                <a16:creationId xmlns:a16="http://schemas.microsoft.com/office/drawing/2014/main" id="{14027E51-0BD9-46F0-98DC-581A16F4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525" y="2512651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5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E118656-7BC3-B4E2-8DB6-19122138EB35}"/>
              </a:ext>
            </a:extLst>
          </p:cNvPr>
          <p:cNvSpPr/>
          <p:nvPr/>
        </p:nvSpPr>
        <p:spPr bwMode="auto">
          <a:xfrm>
            <a:off x="1775520" y="238564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775520" y="2580419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775520" y="279312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775520" y="2995363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873ED8B-76EF-09CE-93EC-6F86DEF18A1E}"/>
              </a:ext>
            </a:extLst>
          </p:cNvPr>
          <p:cNvSpPr/>
          <p:nvPr/>
        </p:nvSpPr>
        <p:spPr bwMode="auto">
          <a:xfrm>
            <a:off x="1775520" y="1981604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E16E051-79EC-0D55-8DC2-3B170876817A}"/>
              </a:ext>
            </a:extLst>
          </p:cNvPr>
          <p:cNvSpPr/>
          <p:nvPr/>
        </p:nvSpPr>
        <p:spPr bwMode="auto">
          <a:xfrm>
            <a:off x="1775520" y="2183026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774486" y="3213650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B913A11-0425-9E16-CBD4-20F60D3CA087}"/>
              </a:ext>
            </a:extLst>
          </p:cNvPr>
          <p:cNvSpPr/>
          <p:nvPr/>
        </p:nvSpPr>
        <p:spPr bwMode="auto">
          <a:xfrm>
            <a:off x="1778624" y="3413952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2630C16-06E1-2410-2BBD-464A784C9314}"/>
              </a:ext>
            </a:extLst>
          </p:cNvPr>
          <p:cNvSpPr/>
          <p:nvPr/>
        </p:nvSpPr>
        <p:spPr bwMode="auto">
          <a:xfrm>
            <a:off x="1778624" y="3607995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99A702E-BDED-8044-5859-83A745FA6066}"/>
              </a:ext>
            </a:extLst>
          </p:cNvPr>
          <p:cNvSpPr/>
          <p:nvPr/>
        </p:nvSpPr>
        <p:spPr bwMode="auto">
          <a:xfrm>
            <a:off x="1778624" y="3819565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0C79704-A957-5063-659E-E689CA4EAE53}"/>
              </a:ext>
            </a:extLst>
          </p:cNvPr>
          <p:cNvSpPr/>
          <p:nvPr/>
        </p:nvSpPr>
        <p:spPr bwMode="auto">
          <a:xfrm>
            <a:off x="1777590" y="4028521"/>
            <a:ext cx="109248" cy="1108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>
              <a:ln w="0" cmpd="sng">
                <a:solidFill>
                  <a:schemeClr val="tx2">
                    <a:satMod val="155000"/>
                    <a:alpha val="0"/>
                  </a:schemeClr>
                </a:solidFill>
                <a:prstDash val="solid"/>
                <a:round/>
              </a:ln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0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8482598" y="2995363"/>
            <a:ext cx="455708" cy="1349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발송</a:t>
            </a:r>
          </a:p>
        </p:txBody>
      </p:sp>
      <p:sp>
        <p:nvSpPr>
          <p:cNvPr id="81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8482392" y="2788440"/>
            <a:ext cx="455708" cy="1349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발송</a:t>
            </a:r>
          </a:p>
        </p:txBody>
      </p:sp>
      <p:sp>
        <p:nvSpPr>
          <p:cNvPr id="82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8482598" y="2576920"/>
            <a:ext cx="455708" cy="1349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발송</a:t>
            </a:r>
          </a:p>
        </p:txBody>
      </p:sp>
      <p:sp>
        <p:nvSpPr>
          <p:cNvPr id="83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8482392" y="2369997"/>
            <a:ext cx="455708" cy="1349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발송</a:t>
            </a:r>
          </a:p>
        </p:txBody>
      </p:sp>
      <p:sp>
        <p:nvSpPr>
          <p:cNvPr id="85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1699683" y="1592406"/>
            <a:ext cx="617228" cy="235777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1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전체</a:t>
            </a:r>
          </a:p>
        </p:txBody>
      </p:sp>
      <p:sp>
        <p:nvSpPr>
          <p:cNvPr id="86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2373926" y="1592406"/>
            <a:ext cx="617228" cy="2357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발송완료</a:t>
            </a:r>
          </a:p>
        </p:txBody>
      </p:sp>
      <p:sp>
        <p:nvSpPr>
          <p:cNvPr id="87" name="모서리가 둥근 직사각형 65">
            <a:extLst>
              <a:ext uri="{FF2B5EF4-FFF2-40B4-BE49-F238E27FC236}">
                <a16:creationId xmlns:a16="http://schemas.microsoft.com/office/drawing/2014/main" id="{F19D466A-40FA-1BDE-AE40-E122F0F1357B}"/>
              </a:ext>
            </a:extLst>
          </p:cNvPr>
          <p:cNvSpPr/>
          <p:nvPr/>
        </p:nvSpPr>
        <p:spPr bwMode="auto">
          <a:xfrm>
            <a:off x="3042025" y="1592406"/>
            <a:ext cx="617228" cy="2357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dirty="0">
                <a:ln w="0" cmpd="sng">
                  <a:solidFill>
                    <a:schemeClr val="tx2">
                      <a:satMod val="155000"/>
                      <a:alpha val="0"/>
                    </a:schemeClr>
                  </a:solidFill>
                  <a:prstDash val="solid"/>
                  <a:round/>
                </a:ln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미발송</a:t>
            </a:r>
          </a:p>
        </p:txBody>
      </p:sp>
      <p:sp>
        <p:nvSpPr>
          <p:cNvPr id="100" name="Oval 109">
            <a:extLst>
              <a:ext uri="{FF2B5EF4-FFF2-40B4-BE49-F238E27FC236}">
                <a16:creationId xmlns:a16="http://schemas.microsoft.com/office/drawing/2014/main" id="{57B7D3E0-3FAA-2E58-AC0C-053ADEB37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891" y="1473715"/>
            <a:ext cx="172800" cy="1728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>
              <a:spcBef>
                <a:spcPct val="0"/>
              </a:spcBef>
            </a:pPr>
            <a:r>
              <a:rPr lang="en-US" altLang="ko-KR" sz="729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0966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000" dirty="0" smtClean="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80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00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9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11483</TotalTime>
  <Words>5934</Words>
  <Application>Microsoft Office PowerPoint</Application>
  <PresentationFormat>와이드스크린</PresentationFormat>
  <Paragraphs>2281</Paragraphs>
  <Slides>47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47</vt:i4>
      </vt:variant>
    </vt:vector>
  </HeadingPairs>
  <TitlesOfParts>
    <vt:vector size="55" baseType="lpstr">
      <vt:lpstr>나눔고딕</vt:lpstr>
      <vt:lpstr>나눔바른고딕</vt:lpstr>
      <vt:lpstr>돋움</vt:lpstr>
      <vt:lpstr>Arial</vt:lpstr>
      <vt:lpstr>맑은 고딕</vt:lpstr>
      <vt:lpstr>Office 테마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Hwang Ryeol Lee</dc:creator>
  <cp:lastModifiedBy>Hwang Ryeol Lee</cp:lastModifiedBy>
  <cp:revision>220</cp:revision>
  <dcterms:created xsi:type="dcterms:W3CDTF">2025-07-07T03:55:37Z</dcterms:created>
  <dcterms:modified xsi:type="dcterms:W3CDTF">2026-02-05T08:47:13Z</dcterms:modified>
</cp:coreProperties>
</file>